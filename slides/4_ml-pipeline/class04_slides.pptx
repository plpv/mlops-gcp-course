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10"/>
  </p:notesMasterIdLst>
  <p:sldIdLst>
    <p:sldId id="265" r:id="rId2"/>
    <p:sldId id="271" r:id="rId3"/>
    <p:sldId id="287" r:id="rId4"/>
    <p:sldId id="269" r:id="rId5"/>
    <p:sldId id="283" r:id="rId6"/>
    <p:sldId id="281" r:id="rId7"/>
    <p:sldId id="297" r:id="rId8"/>
    <p:sldId id="399" r:id="rId9"/>
  </p:sldIdLst>
  <p:sldSz cx="12192000" cy="6858000"/>
  <p:notesSz cx="6735763" cy="98663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E8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26" autoAdjust="0"/>
    <p:restoredTop sz="93448" autoAdjust="0"/>
  </p:normalViewPr>
  <p:slideViewPr>
    <p:cSldViewPr snapToGrid="0">
      <p:cViewPr varScale="1">
        <p:scale>
          <a:sx n="63" d="100"/>
          <a:sy n="63" d="100"/>
        </p:scale>
        <p:origin x="9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57E7CD-833A-4057-A34F-721214C10A5F}" type="datetimeFigureOut">
              <a:rPr lang="fr-FR" smtClean="0"/>
              <a:t>08/03/2026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BF3BD9-BA5A-4CBB-9C78-D323B9124B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9160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3A020F-C331-477F-875F-7DD533CFCB4A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6853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F3BD9-BA5A-4CBB-9C78-D323B9124BDA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614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jpe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lide Titre">
    <p:bg>
      <p:bgPr>
        <a:solidFill>
          <a:schemeClr val="bg1">
            <a:alpha val="9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4265980" y="3491678"/>
            <a:ext cx="6731926" cy="865186"/>
          </a:xfrm>
        </p:spPr>
        <p:txBody>
          <a:bodyPr/>
          <a:lstStyle>
            <a:lvl1pPr>
              <a:defRPr sz="3600">
                <a:solidFill>
                  <a:srgbClr val="002060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1" name="Textplatzhalter 25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267200" y="4517493"/>
            <a:ext cx="6731926" cy="833150"/>
          </a:xfrm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 dirty="0"/>
              <a:t>Insérer un niveau de sous-titre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fr-FR" noProof="0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4314825" y="4495270"/>
            <a:ext cx="6683081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779" y="5826636"/>
            <a:ext cx="991986" cy="991986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92" y="5997316"/>
            <a:ext cx="657379" cy="657379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974" y="5830012"/>
            <a:ext cx="988610" cy="98861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53" y="0"/>
            <a:ext cx="34353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255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lide Titre">
    <p:bg>
      <p:bgPr>
        <a:solidFill>
          <a:schemeClr val="bg1">
            <a:alpha val="9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94" y="95794"/>
            <a:ext cx="11982995" cy="6653349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779" y="5826636"/>
            <a:ext cx="991986" cy="991986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974" y="5830012"/>
            <a:ext cx="988610" cy="988610"/>
          </a:xfrm>
          <a:prstGeom prst="rect">
            <a:avLst/>
          </a:prstGeom>
        </p:spPr>
      </p:pic>
      <p:sp>
        <p:nvSpPr>
          <p:cNvPr id="12" name="Titre 1"/>
          <p:cNvSpPr>
            <a:spLocks noGrp="1"/>
          </p:cNvSpPr>
          <p:nvPr>
            <p:ph type="title"/>
          </p:nvPr>
        </p:nvSpPr>
        <p:spPr>
          <a:xfrm>
            <a:off x="4971382" y="3491678"/>
            <a:ext cx="6731926" cy="86518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3" name="Textplatzhalter 25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972602" y="4517493"/>
            <a:ext cx="6731926" cy="833150"/>
          </a:xfrm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 dirty="0"/>
              <a:t>Insérer un niveau de sous-titre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fr-FR" noProof="0" dirty="0"/>
          </a:p>
        </p:txBody>
      </p:sp>
      <p:cxnSp>
        <p:nvCxnSpPr>
          <p:cNvPr id="14" name="Connecteur droit 13"/>
          <p:cNvCxnSpPr/>
          <p:nvPr/>
        </p:nvCxnSpPr>
        <p:spPr>
          <a:xfrm>
            <a:off x="5020227" y="4495270"/>
            <a:ext cx="6683081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 2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01" y="375360"/>
            <a:ext cx="5621956" cy="5621956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78" y="5997633"/>
            <a:ext cx="630942" cy="63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596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618"/>
          <a:stretch/>
        </p:blipFill>
        <p:spPr>
          <a:xfrm>
            <a:off x="5194435" y="0"/>
            <a:ext cx="6995962" cy="6858000"/>
          </a:xfrm>
          <a:prstGeom prst="rect">
            <a:avLst/>
          </a:prstGeom>
        </p:spPr>
      </p:pic>
      <p:cxnSp>
        <p:nvCxnSpPr>
          <p:cNvPr id="10" name="Connecteur droit 9"/>
          <p:cNvCxnSpPr/>
          <p:nvPr/>
        </p:nvCxnSpPr>
        <p:spPr>
          <a:xfrm flipH="1">
            <a:off x="6644984" y="1528409"/>
            <a:ext cx="0" cy="386173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16455" y="1712640"/>
            <a:ext cx="2669950" cy="865186"/>
          </a:xfrm>
        </p:spPr>
        <p:txBody>
          <a:bodyPr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Sommaire</a:t>
            </a:r>
          </a:p>
        </p:txBody>
      </p:sp>
      <p:sp>
        <p:nvSpPr>
          <p:cNvPr id="3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38" name="Connecteur droit 37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cxnSp>
        <p:nvCxnSpPr>
          <p:cNvPr id="34" name="Connecteur droit 33"/>
          <p:cNvCxnSpPr/>
          <p:nvPr/>
        </p:nvCxnSpPr>
        <p:spPr>
          <a:xfrm>
            <a:off x="11804650" y="6502400"/>
            <a:ext cx="92175" cy="139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llipse 38"/>
          <p:cNvSpPr/>
          <p:nvPr/>
        </p:nvSpPr>
        <p:spPr>
          <a:xfrm>
            <a:off x="6230984" y="2342329"/>
            <a:ext cx="828000" cy="82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Ellipse 39"/>
          <p:cNvSpPr/>
          <p:nvPr/>
        </p:nvSpPr>
        <p:spPr>
          <a:xfrm>
            <a:off x="6230984" y="3570249"/>
            <a:ext cx="828000" cy="82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Ellipse 40"/>
          <p:cNvSpPr/>
          <p:nvPr/>
        </p:nvSpPr>
        <p:spPr>
          <a:xfrm>
            <a:off x="6230984" y="4798170"/>
            <a:ext cx="828000" cy="82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Espace réservé du contenu 7"/>
          <p:cNvSpPr>
            <a:spLocks noGrp="1"/>
          </p:cNvSpPr>
          <p:nvPr>
            <p:ph sz="quarter" idx="26" hasCustomPrompt="1"/>
          </p:nvPr>
        </p:nvSpPr>
        <p:spPr>
          <a:xfrm>
            <a:off x="6251284" y="2469035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/>
              <a:t>2</a:t>
            </a:r>
          </a:p>
        </p:txBody>
      </p:sp>
      <p:sp>
        <p:nvSpPr>
          <p:cNvPr id="43" name="Ellipse 42"/>
          <p:cNvSpPr/>
          <p:nvPr/>
        </p:nvSpPr>
        <p:spPr>
          <a:xfrm>
            <a:off x="6230984" y="1114409"/>
            <a:ext cx="828000" cy="82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55" name="Espace réservé du contenu 7"/>
          <p:cNvSpPr>
            <a:spLocks noGrp="1"/>
          </p:cNvSpPr>
          <p:nvPr>
            <p:ph sz="quarter" idx="24" hasCustomPrompt="1"/>
          </p:nvPr>
        </p:nvSpPr>
        <p:spPr>
          <a:xfrm>
            <a:off x="6251284" y="1171001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/>
              <a:t>1</a:t>
            </a:r>
          </a:p>
        </p:txBody>
      </p:sp>
      <p:sp>
        <p:nvSpPr>
          <p:cNvPr id="57" name="Espace réservé du contenu 7"/>
          <p:cNvSpPr>
            <a:spLocks noGrp="1"/>
          </p:cNvSpPr>
          <p:nvPr>
            <p:ph sz="quarter" idx="27" hasCustomPrompt="1"/>
          </p:nvPr>
        </p:nvSpPr>
        <p:spPr>
          <a:xfrm>
            <a:off x="6251284" y="3703279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/>
              <a:t>3</a:t>
            </a:r>
          </a:p>
        </p:txBody>
      </p:sp>
      <p:sp>
        <p:nvSpPr>
          <p:cNvPr id="58" name="Espace réservé du contenu 7"/>
          <p:cNvSpPr>
            <a:spLocks noGrp="1"/>
          </p:cNvSpPr>
          <p:nvPr>
            <p:ph sz="quarter" idx="28" hasCustomPrompt="1"/>
          </p:nvPr>
        </p:nvSpPr>
        <p:spPr>
          <a:xfrm>
            <a:off x="6251284" y="4947879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/>
              <a:t>4</a:t>
            </a:r>
          </a:p>
        </p:txBody>
      </p:sp>
      <p:sp>
        <p:nvSpPr>
          <p:cNvPr id="59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7433365" y="110170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60" name="Espace réservé du texte 14"/>
          <p:cNvSpPr>
            <a:spLocks noGrp="1"/>
          </p:cNvSpPr>
          <p:nvPr>
            <p:ph type="body" sz="quarter" idx="14" hasCustomPrompt="1"/>
          </p:nvPr>
        </p:nvSpPr>
        <p:spPr>
          <a:xfrm>
            <a:off x="7433365" y="239926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61" name="Espace réservé du texte 14"/>
          <p:cNvSpPr>
            <a:spLocks noGrp="1"/>
          </p:cNvSpPr>
          <p:nvPr>
            <p:ph type="body" sz="quarter" idx="15" hasCustomPrompt="1"/>
          </p:nvPr>
        </p:nvSpPr>
        <p:spPr>
          <a:xfrm>
            <a:off x="7433365" y="3624250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65" name="Espace réservé du texte 14"/>
          <p:cNvSpPr>
            <a:spLocks noGrp="1"/>
          </p:cNvSpPr>
          <p:nvPr>
            <p:ph type="body" sz="quarter" idx="29" hasCustomPrompt="1"/>
          </p:nvPr>
        </p:nvSpPr>
        <p:spPr>
          <a:xfrm>
            <a:off x="7433365" y="4861240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3024902" y="1637401"/>
            <a:ext cx="8763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>
                <a:solidFill>
                  <a:srgbClr val="C00000"/>
                </a:solidFill>
              </a:rPr>
              <a:t>.</a:t>
            </a:r>
            <a:endParaRPr lang="fr-FR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111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25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14" b="36992"/>
          <a:stretch/>
        </p:blipFill>
        <p:spPr>
          <a:xfrm>
            <a:off x="4108285" y="1314847"/>
            <a:ext cx="8083715" cy="5543153"/>
          </a:xfrm>
          <a:prstGeom prst="rect">
            <a:avLst/>
          </a:prstGeom>
        </p:spPr>
      </p:pic>
      <p:sp>
        <p:nvSpPr>
          <p:cNvPr id="45" name="Espace réservé du contenu 7"/>
          <p:cNvSpPr>
            <a:spLocks noGrp="1"/>
          </p:cNvSpPr>
          <p:nvPr>
            <p:ph sz="quarter" idx="27"/>
          </p:nvPr>
        </p:nvSpPr>
        <p:spPr>
          <a:xfrm>
            <a:off x="503302" y="4588944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4" name="Espace réservé du contenu 7"/>
          <p:cNvSpPr>
            <a:spLocks noGrp="1"/>
          </p:cNvSpPr>
          <p:nvPr>
            <p:ph sz="quarter" idx="26" hasCustomPrompt="1"/>
          </p:nvPr>
        </p:nvSpPr>
        <p:spPr>
          <a:xfrm>
            <a:off x="503302" y="3088900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/>
              <a:t>02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Sommaire</a:t>
            </a:r>
          </a:p>
        </p:txBody>
      </p:sp>
      <p:sp>
        <p:nvSpPr>
          <p:cNvPr id="22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1705684" y="152840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23" name="Espace réservé du texte 14"/>
          <p:cNvSpPr>
            <a:spLocks noGrp="1"/>
          </p:cNvSpPr>
          <p:nvPr>
            <p:ph type="body" sz="quarter" idx="14" hasCustomPrompt="1"/>
          </p:nvPr>
        </p:nvSpPr>
        <p:spPr>
          <a:xfrm>
            <a:off x="1705683" y="3055707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24" name="Espace réservé du texte 14"/>
          <p:cNvSpPr>
            <a:spLocks noGrp="1"/>
          </p:cNvSpPr>
          <p:nvPr>
            <p:ph type="body" sz="quarter" idx="15" hasCustomPrompt="1"/>
          </p:nvPr>
        </p:nvSpPr>
        <p:spPr>
          <a:xfrm>
            <a:off x="1705683" y="4581732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9" hasCustomPrompt="1"/>
          </p:nvPr>
        </p:nvSpPr>
        <p:spPr>
          <a:xfrm>
            <a:off x="1705684" y="2268682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30" name="Espace réservé du texte 5"/>
          <p:cNvSpPr>
            <a:spLocks noGrp="1"/>
          </p:cNvSpPr>
          <p:nvPr>
            <p:ph type="body" sz="quarter" idx="22" hasCustomPrompt="1"/>
          </p:nvPr>
        </p:nvSpPr>
        <p:spPr>
          <a:xfrm>
            <a:off x="1705684" y="3779607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31" name="Espace réservé du texte 5"/>
          <p:cNvSpPr>
            <a:spLocks noGrp="1"/>
          </p:cNvSpPr>
          <p:nvPr>
            <p:ph type="body" sz="quarter" idx="23" hasCustomPrompt="1"/>
          </p:nvPr>
        </p:nvSpPr>
        <p:spPr>
          <a:xfrm>
            <a:off x="1705683" y="5304078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24" hasCustomPrompt="1"/>
          </p:nvPr>
        </p:nvSpPr>
        <p:spPr>
          <a:xfrm>
            <a:off x="503302" y="1599466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/>
              <a:t>01</a:t>
            </a:r>
          </a:p>
        </p:txBody>
      </p:sp>
      <p:sp>
        <p:nvSpPr>
          <p:cNvPr id="46" name="Espace réservé du contenu 7"/>
          <p:cNvSpPr>
            <a:spLocks noGrp="1"/>
          </p:cNvSpPr>
          <p:nvPr>
            <p:ph sz="quarter" idx="28"/>
          </p:nvPr>
        </p:nvSpPr>
        <p:spPr>
          <a:xfrm>
            <a:off x="6534808" y="4588944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7" name="Espace réservé du contenu 7"/>
          <p:cNvSpPr>
            <a:spLocks noGrp="1"/>
          </p:cNvSpPr>
          <p:nvPr>
            <p:ph sz="quarter" idx="29"/>
          </p:nvPr>
        </p:nvSpPr>
        <p:spPr>
          <a:xfrm>
            <a:off x="6534808" y="3088900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8" name="Espace réservé du texte 14"/>
          <p:cNvSpPr>
            <a:spLocks noGrp="1"/>
          </p:cNvSpPr>
          <p:nvPr>
            <p:ph type="body" sz="quarter" idx="30" hasCustomPrompt="1"/>
          </p:nvPr>
        </p:nvSpPr>
        <p:spPr>
          <a:xfrm>
            <a:off x="7737190" y="152840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9" name="Espace réservé du texte 14"/>
          <p:cNvSpPr>
            <a:spLocks noGrp="1"/>
          </p:cNvSpPr>
          <p:nvPr>
            <p:ph type="body" sz="quarter" idx="31" hasCustomPrompt="1"/>
          </p:nvPr>
        </p:nvSpPr>
        <p:spPr>
          <a:xfrm>
            <a:off x="7737189" y="3055707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50" name="Espace réservé du texte 14"/>
          <p:cNvSpPr>
            <a:spLocks noGrp="1"/>
          </p:cNvSpPr>
          <p:nvPr>
            <p:ph type="body" sz="quarter" idx="32" hasCustomPrompt="1"/>
          </p:nvPr>
        </p:nvSpPr>
        <p:spPr>
          <a:xfrm>
            <a:off x="7737189" y="4581732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51" name="Espace réservé du texte 5"/>
          <p:cNvSpPr>
            <a:spLocks noGrp="1"/>
          </p:cNvSpPr>
          <p:nvPr>
            <p:ph type="body" sz="quarter" idx="33" hasCustomPrompt="1"/>
          </p:nvPr>
        </p:nvSpPr>
        <p:spPr>
          <a:xfrm>
            <a:off x="7737190" y="2268682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52" name="Espace réservé du texte 5"/>
          <p:cNvSpPr>
            <a:spLocks noGrp="1"/>
          </p:cNvSpPr>
          <p:nvPr>
            <p:ph type="body" sz="quarter" idx="34" hasCustomPrompt="1"/>
          </p:nvPr>
        </p:nvSpPr>
        <p:spPr>
          <a:xfrm>
            <a:off x="7737190" y="3779607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53" name="Espace réservé du texte 5"/>
          <p:cNvSpPr>
            <a:spLocks noGrp="1"/>
          </p:cNvSpPr>
          <p:nvPr>
            <p:ph type="body" sz="quarter" idx="35" hasCustomPrompt="1"/>
          </p:nvPr>
        </p:nvSpPr>
        <p:spPr>
          <a:xfrm>
            <a:off x="7737189" y="5304078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54" name="Espace réservé du contenu 7"/>
          <p:cNvSpPr>
            <a:spLocks noGrp="1"/>
          </p:cNvSpPr>
          <p:nvPr>
            <p:ph sz="quarter" idx="36"/>
          </p:nvPr>
        </p:nvSpPr>
        <p:spPr>
          <a:xfrm>
            <a:off x="6534808" y="1599466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32" name="Connecteur droit 31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3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37" name="Connecteur droit 36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4160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age de Titre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05" b="25811"/>
          <a:stretch/>
        </p:blipFill>
        <p:spPr>
          <a:xfrm>
            <a:off x="0" y="467617"/>
            <a:ext cx="9493245" cy="6390383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2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3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 15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817" y="0"/>
            <a:ext cx="88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552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age de Titr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817" y="0"/>
            <a:ext cx="88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693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age de Titr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4" t="3829" b="13779"/>
          <a:stretch/>
        </p:blipFill>
        <p:spPr>
          <a:xfrm>
            <a:off x="-9525" y="0"/>
            <a:ext cx="9775694" cy="6858000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rgbClr val="003057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817" y="0"/>
            <a:ext cx="88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13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Page de Titr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rgbClr val="003057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817" y="0"/>
            <a:ext cx="88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645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Page de Titr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1251" y="0"/>
            <a:ext cx="3530412" cy="6858000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rgbClr val="003057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3569" y="1719879"/>
            <a:ext cx="3219282" cy="321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956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Page de Titr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25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87"/>
          <a:stretch/>
        </p:blipFill>
        <p:spPr>
          <a:xfrm>
            <a:off x="195852" y="0"/>
            <a:ext cx="3428498" cy="6858000"/>
          </a:xfrm>
          <a:prstGeom prst="rect">
            <a:avLst/>
          </a:prstGeom>
        </p:spPr>
      </p:pic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2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1813357" y="2067004"/>
            <a:ext cx="203213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600" dirty="0">
                <a:solidFill>
                  <a:schemeClr val="accent5"/>
                </a:solidFill>
                <a:latin typeface="+mn-lt"/>
              </a:rPr>
              <a:t>.</a:t>
            </a:r>
            <a:endParaRPr lang="fr-FR" sz="1400" dirty="0">
              <a:solidFill>
                <a:schemeClr val="accent5"/>
              </a:solidFill>
              <a:latin typeface="+mn-lt"/>
            </a:endParaRPr>
          </a:p>
        </p:txBody>
      </p:sp>
      <p:sp>
        <p:nvSpPr>
          <p:cNvPr id="11" name="Espace réservé du pied de page 3"/>
          <p:cNvSpPr txBox="1">
            <a:spLocks/>
          </p:cNvSpPr>
          <p:nvPr/>
        </p:nvSpPr>
        <p:spPr>
          <a:xfrm>
            <a:off x="357050" y="2603863"/>
            <a:ext cx="1628503" cy="2110019"/>
          </a:xfrm>
          <a:prstGeom prst="rect">
            <a:avLst/>
          </a:prstGeom>
        </p:spPr>
        <p:txBody>
          <a:bodyPr tIns="108000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20" name="Espace réservé du texte 19"/>
          <p:cNvSpPr>
            <a:spLocks noGrp="1"/>
          </p:cNvSpPr>
          <p:nvPr>
            <p:ph type="body" sz="quarter" idx="10" hasCustomPrompt="1"/>
          </p:nvPr>
        </p:nvSpPr>
        <p:spPr>
          <a:xfrm>
            <a:off x="1086282" y="2024158"/>
            <a:ext cx="1454150" cy="2681288"/>
          </a:xfrm>
        </p:spPr>
        <p:txBody>
          <a:bodyPr/>
          <a:lstStyle>
            <a:lvl1pPr marL="0" indent="0">
              <a:buNone/>
              <a:defRPr sz="16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1</a:t>
            </a:r>
          </a:p>
        </p:txBody>
      </p:sp>
      <p:cxnSp>
        <p:nvCxnSpPr>
          <p:cNvPr id="23" name="Connecteur droit 22"/>
          <p:cNvCxnSpPr/>
          <p:nvPr/>
        </p:nvCxnSpPr>
        <p:spPr>
          <a:xfrm>
            <a:off x="4361978" y="3776223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itre 1"/>
          <p:cNvSpPr>
            <a:spLocks noGrp="1"/>
          </p:cNvSpPr>
          <p:nvPr>
            <p:ph type="title"/>
          </p:nvPr>
        </p:nvSpPr>
        <p:spPr>
          <a:xfrm>
            <a:off x="4235081" y="2911036"/>
            <a:ext cx="6716792" cy="865186"/>
          </a:xfrm>
        </p:spPr>
        <p:txBody>
          <a:bodyPr/>
          <a:lstStyle>
            <a:lvl1pPr>
              <a:defRPr sz="4800">
                <a:solidFill>
                  <a:srgbClr val="003057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1"/>
          </p:nvPr>
        </p:nvSpPr>
        <p:spPr>
          <a:xfrm>
            <a:off x="4235081" y="3776223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79142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527382" y="1568450"/>
            <a:ext cx="11137237" cy="4467225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11652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sz="1400"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14" b="36992"/>
          <a:stretch/>
        </p:blipFill>
        <p:spPr>
          <a:xfrm>
            <a:off x="4108285" y="1314847"/>
            <a:ext cx="8083715" cy="5543153"/>
          </a:xfrm>
          <a:prstGeom prst="rect">
            <a:avLst/>
          </a:prstGeom>
        </p:spPr>
      </p:pic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963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3475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527382" y="1568450"/>
            <a:ext cx="11137237" cy="4467225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11652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sz="1400"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83812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682"/>
          <a:stretch/>
        </p:blipFill>
        <p:spPr>
          <a:xfrm>
            <a:off x="0" y="0"/>
            <a:ext cx="4671753" cy="685800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17341" y="187550"/>
            <a:ext cx="6647610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026429" y="1139602"/>
            <a:ext cx="6638190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5026429" y="1568450"/>
            <a:ext cx="6638190" cy="4467225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11652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sz="1400"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Espace réservé pour une image  9"/>
          <p:cNvSpPr>
            <a:spLocks noGrp="1"/>
          </p:cNvSpPr>
          <p:nvPr>
            <p:ph type="pic" sz="quarter" idx="17" hasCustomPrompt="1"/>
          </p:nvPr>
        </p:nvSpPr>
        <p:spPr>
          <a:xfrm>
            <a:off x="1286471" y="2014750"/>
            <a:ext cx="2098811" cy="2108363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108" i="1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a picture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8" hasCustomPrompt="1"/>
          </p:nvPr>
        </p:nvSpPr>
        <p:spPr>
          <a:xfrm>
            <a:off x="964276" y="4340178"/>
            <a:ext cx="2743200" cy="365125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Insérer une légende</a:t>
            </a:r>
          </a:p>
        </p:txBody>
      </p:sp>
    </p:spTree>
    <p:extLst>
      <p:ext uri="{BB962C8B-B14F-4D97-AF65-F5344CB8AC3E}">
        <p14:creationId xmlns:p14="http://schemas.microsoft.com/office/powerpoint/2010/main" val="11842571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à coins arrondis 2"/>
          <p:cNvSpPr/>
          <p:nvPr/>
        </p:nvSpPr>
        <p:spPr>
          <a:xfrm>
            <a:off x="761152" y="1380584"/>
            <a:ext cx="3219797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à coins arrondis 9"/>
          <p:cNvSpPr/>
          <p:nvPr/>
        </p:nvSpPr>
        <p:spPr>
          <a:xfrm>
            <a:off x="4486102" y="1412468"/>
            <a:ext cx="3219797" cy="4663103"/>
          </a:xfrm>
          <a:prstGeom prst="roundRect">
            <a:avLst>
              <a:gd name="adj" fmla="val 1878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fr-FR"/>
          </a:p>
        </p:txBody>
      </p:sp>
      <p:sp>
        <p:nvSpPr>
          <p:cNvPr id="11" name="Rectangle à coins arrondis 10"/>
          <p:cNvSpPr/>
          <p:nvPr/>
        </p:nvSpPr>
        <p:spPr>
          <a:xfrm>
            <a:off x="8211052" y="1412468"/>
            <a:ext cx="3219797" cy="4663103"/>
          </a:xfrm>
          <a:prstGeom prst="roundRect">
            <a:avLst>
              <a:gd name="adj" fmla="val 1681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69841" b="43898"/>
          <a:stretch/>
        </p:blipFill>
        <p:spPr>
          <a:xfrm>
            <a:off x="761152" y="1383891"/>
            <a:ext cx="3217876" cy="3042459"/>
          </a:xfrm>
          <a:prstGeom prst="round2SameRect">
            <a:avLst>
              <a:gd name="adj1" fmla="val 1640"/>
              <a:gd name="adj2" fmla="val 0"/>
            </a:avLst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50" t="5408" r="39564" b="43898"/>
          <a:stretch/>
        </p:blipFill>
        <p:spPr>
          <a:xfrm>
            <a:off x="4484181" y="1402941"/>
            <a:ext cx="3220486" cy="3042459"/>
          </a:xfrm>
          <a:prstGeom prst="round2SameRect">
            <a:avLst>
              <a:gd name="adj1" fmla="val 1825"/>
              <a:gd name="adj2" fmla="val 0"/>
            </a:avLst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75" t="5408" r="9332" b="43898"/>
          <a:stretch/>
        </p:blipFill>
        <p:spPr>
          <a:xfrm>
            <a:off x="8207899" y="1402941"/>
            <a:ext cx="3222101" cy="3042459"/>
          </a:xfrm>
          <a:prstGeom prst="round2SameRect">
            <a:avLst>
              <a:gd name="adj1" fmla="val 1825"/>
              <a:gd name="adj2" fmla="val 0"/>
            </a:avLst>
          </a:prstGeom>
        </p:spPr>
      </p:pic>
      <p:sp>
        <p:nvSpPr>
          <p:cNvPr id="27" name="Espace réservé du texte 26"/>
          <p:cNvSpPr>
            <a:spLocks noGrp="1"/>
          </p:cNvSpPr>
          <p:nvPr>
            <p:ph type="body" sz="quarter" idx="10" hasCustomPrompt="1"/>
          </p:nvPr>
        </p:nvSpPr>
        <p:spPr>
          <a:xfrm>
            <a:off x="905628" y="4603750"/>
            <a:ext cx="2980572" cy="378701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30" name="Espace réservé du texte 26"/>
          <p:cNvSpPr>
            <a:spLocks noGrp="1"/>
          </p:cNvSpPr>
          <p:nvPr>
            <p:ph type="body" sz="quarter" idx="13" hasCustomPrompt="1"/>
          </p:nvPr>
        </p:nvSpPr>
        <p:spPr>
          <a:xfrm>
            <a:off x="905628" y="5154002"/>
            <a:ext cx="2980572" cy="378701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31" name="Espace réservé du texte 26"/>
          <p:cNvSpPr>
            <a:spLocks noGrp="1"/>
          </p:cNvSpPr>
          <p:nvPr>
            <p:ph type="body" sz="quarter" idx="14" hasCustomPrompt="1"/>
          </p:nvPr>
        </p:nvSpPr>
        <p:spPr>
          <a:xfrm>
            <a:off x="4604138" y="4603750"/>
            <a:ext cx="2980572" cy="378701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32" name="Espace réservé du texte 26"/>
          <p:cNvSpPr>
            <a:spLocks noGrp="1"/>
          </p:cNvSpPr>
          <p:nvPr>
            <p:ph type="body" sz="quarter" idx="15" hasCustomPrompt="1"/>
          </p:nvPr>
        </p:nvSpPr>
        <p:spPr>
          <a:xfrm>
            <a:off x="4604138" y="5154002"/>
            <a:ext cx="2980572" cy="378701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33" name="Espace réservé du texte 26"/>
          <p:cNvSpPr>
            <a:spLocks noGrp="1"/>
          </p:cNvSpPr>
          <p:nvPr>
            <p:ph type="body" sz="quarter" idx="16" hasCustomPrompt="1"/>
          </p:nvPr>
        </p:nvSpPr>
        <p:spPr>
          <a:xfrm>
            <a:off x="8315578" y="4603750"/>
            <a:ext cx="2980572" cy="378701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34" name="Espace réservé du texte 26"/>
          <p:cNvSpPr>
            <a:spLocks noGrp="1"/>
          </p:cNvSpPr>
          <p:nvPr>
            <p:ph type="body" sz="quarter" idx="17" hasCustomPrompt="1"/>
          </p:nvPr>
        </p:nvSpPr>
        <p:spPr>
          <a:xfrm>
            <a:off x="8315578" y="5154002"/>
            <a:ext cx="2980572" cy="378701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</p:spTree>
    <p:extLst>
      <p:ext uri="{BB962C8B-B14F-4D97-AF65-F5344CB8AC3E}">
        <p14:creationId xmlns:p14="http://schemas.microsoft.com/office/powerpoint/2010/main" val="773646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à coins arrondis 2"/>
          <p:cNvSpPr/>
          <p:nvPr/>
        </p:nvSpPr>
        <p:spPr>
          <a:xfrm>
            <a:off x="632231" y="1369034"/>
            <a:ext cx="263801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633191" y="1359921"/>
            <a:ext cx="263609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30" name="Espace réservé du texte 26"/>
          <p:cNvSpPr>
            <a:spLocks noGrp="1"/>
          </p:cNvSpPr>
          <p:nvPr>
            <p:ph type="body" sz="quarter" idx="13" hasCustomPrompt="1"/>
          </p:nvPr>
        </p:nvSpPr>
        <p:spPr>
          <a:xfrm>
            <a:off x="778454" y="2189022"/>
            <a:ext cx="2345572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22" name="Espace réservé du texte 26"/>
          <p:cNvSpPr>
            <a:spLocks noGrp="1"/>
          </p:cNvSpPr>
          <p:nvPr>
            <p:ph type="body" sz="quarter" idx="18" hasCustomPrompt="1"/>
          </p:nvPr>
        </p:nvSpPr>
        <p:spPr>
          <a:xfrm>
            <a:off x="743529" y="1450588"/>
            <a:ext cx="2415422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41" name="Rectangle à coins arrondis 40"/>
          <p:cNvSpPr/>
          <p:nvPr/>
        </p:nvSpPr>
        <p:spPr>
          <a:xfrm>
            <a:off x="3408376" y="1369034"/>
            <a:ext cx="263801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4" name="Image 2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3409336" y="1359921"/>
            <a:ext cx="263609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43" name="Espace réservé du texte 26"/>
          <p:cNvSpPr>
            <a:spLocks noGrp="1"/>
          </p:cNvSpPr>
          <p:nvPr>
            <p:ph type="body" sz="quarter" idx="19" hasCustomPrompt="1"/>
          </p:nvPr>
        </p:nvSpPr>
        <p:spPr>
          <a:xfrm>
            <a:off x="3554599" y="2189022"/>
            <a:ext cx="2345572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44" name="Espace réservé du texte 26"/>
          <p:cNvSpPr>
            <a:spLocks noGrp="1"/>
          </p:cNvSpPr>
          <p:nvPr>
            <p:ph type="body" sz="quarter" idx="20" hasCustomPrompt="1"/>
          </p:nvPr>
        </p:nvSpPr>
        <p:spPr>
          <a:xfrm>
            <a:off x="3519674" y="1450588"/>
            <a:ext cx="2415422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45" name="Rectangle à coins arrondis 44"/>
          <p:cNvSpPr/>
          <p:nvPr/>
        </p:nvSpPr>
        <p:spPr>
          <a:xfrm>
            <a:off x="6184521" y="1366877"/>
            <a:ext cx="263801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5" name="Image 2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6185481" y="1359921"/>
            <a:ext cx="263609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47" name="Espace réservé du texte 26"/>
          <p:cNvSpPr>
            <a:spLocks noGrp="1"/>
          </p:cNvSpPr>
          <p:nvPr>
            <p:ph type="body" sz="quarter" idx="21" hasCustomPrompt="1"/>
          </p:nvPr>
        </p:nvSpPr>
        <p:spPr>
          <a:xfrm>
            <a:off x="6330744" y="2186865"/>
            <a:ext cx="2345572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48" name="Espace réservé du texte 26"/>
          <p:cNvSpPr>
            <a:spLocks noGrp="1"/>
          </p:cNvSpPr>
          <p:nvPr>
            <p:ph type="body" sz="quarter" idx="22" hasCustomPrompt="1"/>
          </p:nvPr>
        </p:nvSpPr>
        <p:spPr>
          <a:xfrm>
            <a:off x="6295819" y="1448431"/>
            <a:ext cx="2415422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49" name="Rectangle à coins arrondis 48"/>
          <p:cNvSpPr/>
          <p:nvPr/>
        </p:nvSpPr>
        <p:spPr>
          <a:xfrm>
            <a:off x="8960186" y="1366877"/>
            <a:ext cx="263801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8961146" y="1359921"/>
            <a:ext cx="263609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51" name="Espace réservé du texte 26"/>
          <p:cNvSpPr>
            <a:spLocks noGrp="1"/>
          </p:cNvSpPr>
          <p:nvPr>
            <p:ph type="body" sz="quarter" idx="23" hasCustomPrompt="1"/>
          </p:nvPr>
        </p:nvSpPr>
        <p:spPr>
          <a:xfrm>
            <a:off x="9106409" y="2186865"/>
            <a:ext cx="2345572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52" name="Espace réservé du texte 26"/>
          <p:cNvSpPr>
            <a:spLocks noGrp="1"/>
          </p:cNvSpPr>
          <p:nvPr>
            <p:ph type="body" sz="quarter" idx="24" hasCustomPrompt="1"/>
          </p:nvPr>
        </p:nvSpPr>
        <p:spPr>
          <a:xfrm>
            <a:off x="9071484" y="1448431"/>
            <a:ext cx="2415422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23516367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à coins arrondis 19"/>
          <p:cNvSpPr/>
          <p:nvPr/>
        </p:nvSpPr>
        <p:spPr>
          <a:xfrm>
            <a:off x="632231" y="1369034"/>
            <a:ext cx="335556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1" name="Image 20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631009" y="1359921"/>
            <a:ext cx="3355569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23" name="Espace réservé du texte 26"/>
          <p:cNvSpPr>
            <a:spLocks noGrp="1"/>
          </p:cNvSpPr>
          <p:nvPr>
            <p:ph type="body" sz="quarter" idx="13" hasCustomPrompt="1"/>
          </p:nvPr>
        </p:nvSpPr>
        <p:spPr>
          <a:xfrm>
            <a:off x="818228" y="2189022"/>
            <a:ext cx="2983575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24" name="Espace réservé du texte 26"/>
          <p:cNvSpPr>
            <a:spLocks noGrp="1"/>
          </p:cNvSpPr>
          <p:nvPr>
            <p:ph type="body" sz="quarter" idx="18" hasCustomPrompt="1"/>
          </p:nvPr>
        </p:nvSpPr>
        <p:spPr>
          <a:xfrm>
            <a:off x="773803" y="1450588"/>
            <a:ext cx="3072425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25" name="Rectangle à coins arrondis 24"/>
          <p:cNvSpPr/>
          <p:nvPr/>
        </p:nvSpPr>
        <p:spPr>
          <a:xfrm>
            <a:off x="4418216" y="1378147"/>
            <a:ext cx="335556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4420659" y="1359920"/>
            <a:ext cx="3353126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27" name="Espace réservé du texte 26"/>
          <p:cNvSpPr>
            <a:spLocks noGrp="1"/>
          </p:cNvSpPr>
          <p:nvPr>
            <p:ph type="body" sz="quarter" idx="19" hasCustomPrompt="1"/>
          </p:nvPr>
        </p:nvSpPr>
        <p:spPr>
          <a:xfrm>
            <a:off x="4604213" y="2198135"/>
            <a:ext cx="2983575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28" name="Espace réservé du texte 26"/>
          <p:cNvSpPr>
            <a:spLocks noGrp="1"/>
          </p:cNvSpPr>
          <p:nvPr>
            <p:ph type="body" sz="quarter" idx="20" hasCustomPrompt="1"/>
          </p:nvPr>
        </p:nvSpPr>
        <p:spPr>
          <a:xfrm>
            <a:off x="4559787" y="1459698"/>
            <a:ext cx="3072425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29" name="Rectangle à coins arrondis 28"/>
          <p:cNvSpPr/>
          <p:nvPr/>
        </p:nvSpPr>
        <p:spPr>
          <a:xfrm>
            <a:off x="8204201" y="1378147"/>
            <a:ext cx="335556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1" name="Image 30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8205422" y="1369034"/>
            <a:ext cx="3353126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32" name="Espace réservé du texte 26"/>
          <p:cNvSpPr>
            <a:spLocks noGrp="1"/>
          </p:cNvSpPr>
          <p:nvPr>
            <p:ph type="body" sz="quarter" idx="21" hasCustomPrompt="1"/>
          </p:nvPr>
        </p:nvSpPr>
        <p:spPr>
          <a:xfrm>
            <a:off x="8390198" y="2198135"/>
            <a:ext cx="2983575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33" name="Espace réservé du texte 26"/>
          <p:cNvSpPr>
            <a:spLocks noGrp="1"/>
          </p:cNvSpPr>
          <p:nvPr>
            <p:ph type="body" sz="quarter" idx="22" hasCustomPrompt="1"/>
          </p:nvPr>
        </p:nvSpPr>
        <p:spPr>
          <a:xfrm>
            <a:off x="8345773" y="1459701"/>
            <a:ext cx="3072425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13510097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à coins arrondis 17"/>
          <p:cNvSpPr/>
          <p:nvPr/>
        </p:nvSpPr>
        <p:spPr>
          <a:xfrm>
            <a:off x="632231" y="1369034"/>
            <a:ext cx="5125718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629997" y="1359921"/>
            <a:ext cx="512571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25" name="Espace réservé du texte 26"/>
          <p:cNvSpPr>
            <a:spLocks noGrp="1"/>
          </p:cNvSpPr>
          <p:nvPr>
            <p:ph type="body" sz="quarter" idx="13" hasCustomPrompt="1"/>
          </p:nvPr>
        </p:nvSpPr>
        <p:spPr>
          <a:xfrm>
            <a:off x="818228" y="2189022"/>
            <a:ext cx="4557487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26" name="Espace réservé du texte 26"/>
          <p:cNvSpPr>
            <a:spLocks noGrp="1"/>
          </p:cNvSpPr>
          <p:nvPr>
            <p:ph type="body" sz="quarter" idx="18" hasCustomPrompt="1"/>
          </p:nvPr>
        </p:nvSpPr>
        <p:spPr>
          <a:xfrm>
            <a:off x="773802" y="1450588"/>
            <a:ext cx="4693209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33" name="Rectangle à coins arrondis 32"/>
          <p:cNvSpPr/>
          <p:nvPr/>
        </p:nvSpPr>
        <p:spPr>
          <a:xfrm>
            <a:off x="6426149" y="1369034"/>
            <a:ext cx="5125718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4" name="Image 33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6423915" y="1359921"/>
            <a:ext cx="512571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35" name="Espace réservé du texte 26"/>
          <p:cNvSpPr>
            <a:spLocks noGrp="1"/>
          </p:cNvSpPr>
          <p:nvPr>
            <p:ph type="body" sz="quarter" idx="19" hasCustomPrompt="1"/>
          </p:nvPr>
        </p:nvSpPr>
        <p:spPr>
          <a:xfrm>
            <a:off x="6612146" y="2189022"/>
            <a:ext cx="4557487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36" name="Espace réservé du texte 26"/>
          <p:cNvSpPr>
            <a:spLocks noGrp="1"/>
          </p:cNvSpPr>
          <p:nvPr>
            <p:ph type="body" sz="quarter" idx="20" hasCustomPrompt="1"/>
          </p:nvPr>
        </p:nvSpPr>
        <p:spPr>
          <a:xfrm>
            <a:off x="6567720" y="1450588"/>
            <a:ext cx="4693209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39006524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 -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14" b="36992"/>
          <a:stretch/>
        </p:blipFill>
        <p:spPr>
          <a:xfrm>
            <a:off x="4108285" y="1314847"/>
            <a:ext cx="8083715" cy="5543153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511908" y="1563976"/>
            <a:ext cx="5488843" cy="4450774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Browallia New" panose="020B0604020202020204" pitchFamily="34" charset="-34"/>
              <a:buChar char="›"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−"/>
              <a:defRPr sz="14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sp>
        <p:nvSpPr>
          <p:cNvPr id="11" name="Espace réservé du contenu 2"/>
          <p:cNvSpPr>
            <a:spLocks noGrp="1"/>
          </p:cNvSpPr>
          <p:nvPr>
            <p:ph sz="quarter" idx="15"/>
          </p:nvPr>
        </p:nvSpPr>
        <p:spPr>
          <a:xfrm>
            <a:off x="6183924" y="6015038"/>
            <a:ext cx="5480695" cy="366935"/>
          </a:xfrm>
        </p:spPr>
        <p:txBody>
          <a:bodyPr/>
          <a:lstStyle>
            <a:lvl1pPr marL="0" indent="0" algn="r">
              <a:buNone/>
              <a:defRPr sz="1200" i="1"/>
            </a:lvl1pPr>
            <a:lvl2pPr>
              <a:defRPr sz="1400" i="1"/>
            </a:lvl2pPr>
            <a:lvl3pPr>
              <a:defRPr sz="1200" i="1"/>
            </a:lvl3pPr>
            <a:lvl4pPr>
              <a:buFont typeface="Arial" panose="020B0604020202020204" pitchFamily="34" charset="0"/>
              <a:buChar char="•"/>
              <a:defRPr sz="1200" i="1"/>
            </a:lvl4pPr>
            <a:lvl5pPr marL="2114550" indent="-285750">
              <a:buFont typeface="Arial" panose="020B0604020202020204" pitchFamily="34" charset="0"/>
              <a:buChar char="•"/>
              <a:defRPr sz="1800" i="1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6"/>
          </p:nvPr>
        </p:nvSpPr>
        <p:spPr>
          <a:xfrm>
            <a:off x="6183313" y="1563688"/>
            <a:ext cx="5481306" cy="445135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cxnSp>
        <p:nvCxnSpPr>
          <p:cNvPr id="14" name="Connecteur droit 13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9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20" name="Connecteur droit 19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60181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oom 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527382" y="1307805"/>
            <a:ext cx="685468" cy="1541055"/>
          </a:xfrm>
          <a:solidFill>
            <a:schemeClr val="tx1"/>
          </a:solidFill>
        </p:spPr>
        <p:txBody>
          <a:bodyPr vert="vert270" anchor="ctr" anchorCtr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527382" y="2966807"/>
            <a:ext cx="685468" cy="1541055"/>
          </a:xfrm>
          <a:solidFill>
            <a:schemeClr val="accent2"/>
          </a:solidFill>
        </p:spPr>
        <p:txBody>
          <a:bodyPr vert="vert270" anchor="ctr" anchorCtr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texte 3"/>
          <p:cNvSpPr>
            <a:spLocks noGrp="1"/>
          </p:cNvSpPr>
          <p:nvPr>
            <p:ph type="body" sz="quarter" idx="12"/>
          </p:nvPr>
        </p:nvSpPr>
        <p:spPr>
          <a:xfrm>
            <a:off x="527381" y="4615189"/>
            <a:ext cx="685468" cy="1541055"/>
          </a:xfrm>
          <a:solidFill>
            <a:srgbClr val="C00000"/>
          </a:solidFill>
        </p:spPr>
        <p:txBody>
          <a:bodyPr vert="vert270" anchor="ctr" anchorCtr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3"/>
          </p:nvPr>
        </p:nvSpPr>
        <p:spPr>
          <a:xfrm>
            <a:off x="1541721" y="1307806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4" name="Espace réservé du texte 12"/>
          <p:cNvSpPr>
            <a:spLocks noGrp="1"/>
          </p:cNvSpPr>
          <p:nvPr>
            <p:ph type="body" sz="quarter" idx="14"/>
          </p:nvPr>
        </p:nvSpPr>
        <p:spPr>
          <a:xfrm>
            <a:off x="1541390" y="2966808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5" name="Espace réservé du texte 12"/>
          <p:cNvSpPr>
            <a:spLocks noGrp="1"/>
          </p:cNvSpPr>
          <p:nvPr>
            <p:ph type="body" sz="quarter" idx="15"/>
          </p:nvPr>
        </p:nvSpPr>
        <p:spPr>
          <a:xfrm>
            <a:off x="1541390" y="4615189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1352" y="2848860"/>
            <a:ext cx="11124000" cy="10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Ins="432000" rtlCol="0" anchor="ctr"/>
          <a:lstStyle/>
          <a:p>
            <a:endParaRPr lang="fr-FR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riangle isocèle 21"/>
          <p:cNvSpPr/>
          <p:nvPr/>
        </p:nvSpPr>
        <p:spPr>
          <a:xfrm flipV="1">
            <a:off x="1827803" y="2832685"/>
            <a:ext cx="623677" cy="78124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/>
          <p:cNvSpPr/>
          <p:nvPr/>
        </p:nvSpPr>
        <p:spPr>
          <a:xfrm>
            <a:off x="539342" y="4508916"/>
            <a:ext cx="11124000" cy="10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Ins="432000" rtlCol="0" anchor="ctr"/>
          <a:lstStyle/>
          <a:p>
            <a:endParaRPr lang="fr-FR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riangle isocèle 21"/>
          <p:cNvSpPr/>
          <p:nvPr/>
        </p:nvSpPr>
        <p:spPr>
          <a:xfrm flipV="1">
            <a:off x="1825793" y="4492741"/>
            <a:ext cx="623677" cy="78124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1" name="Connecteur droit 20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27" name="Connecteur droit 26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92502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8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9" name="Connecteur droit 8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27341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519481" y="4003121"/>
            <a:ext cx="6731927" cy="865187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1" name="Textplatzhalter 25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19481" y="5114129"/>
            <a:ext cx="6731927" cy="833151"/>
          </a:xfrm>
        </p:spPr>
        <p:txBody>
          <a:bodyPr wrap="square">
            <a:no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 dirty="0"/>
              <a:t>Insérer un niveau de sous-titre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fr-FR" noProof="0" dirty="0"/>
          </a:p>
        </p:txBody>
      </p:sp>
      <p:sp>
        <p:nvSpPr>
          <p:cNvPr id="12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pic>
        <p:nvPicPr>
          <p:cNvPr id="20" name="Image 1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697" y="5688431"/>
            <a:ext cx="1545883" cy="744860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7425" y="5690607"/>
            <a:ext cx="762375" cy="762375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531" y="2423881"/>
            <a:ext cx="3198631" cy="3199307"/>
          </a:xfrm>
          <a:prstGeom prst="rect">
            <a:avLst/>
          </a:prstGeom>
        </p:spPr>
      </p:pic>
      <p:sp>
        <p:nvSpPr>
          <p:cNvPr id="16" name="ZoneTexte 15"/>
          <p:cNvSpPr txBox="1"/>
          <p:nvPr userDrawn="1"/>
        </p:nvSpPr>
        <p:spPr>
          <a:xfrm>
            <a:off x="7732202" y="4942102"/>
            <a:ext cx="2935287" cy="218393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AI &amp; BLOCKCHAIN</a:t>
            </a:r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406562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3" y="187549"/>
            <a:ext cx="11153041" cy="865187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527384" y="1196752"/>
            <a:ext cx="11137237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527384" y="1568453"/>
            <a:ext cx="11137237" cy="4467225"/>
          </a:xfrm>
        </p:spPr>
        <p:txBody>
          <a:bodyPr/>
          <a:lstStyle>
            <a:lvl1pPr marL="285737" indent="-285737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1165167" indent="-285737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sz="1400"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8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8525" y="6406731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9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908" y="6406731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775911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511910" y="188640"/>
            <a:ext cx="11153041" cy="865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36000" rIns="91440" bIns="360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Cliquez pour modifier le style du titre</a:t>
            </a:r>
          </a:p>
        </p:txBody>
      </p:sp>
      <p:sp>
        <p:nvSpPr>
          <p:cNvPr id="2051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511910" y="1563978"/>
            <a:ext cx="11153041" cy="445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85750" lvl="0" indent="-285750" algn="l" rtl="0" fontAlgn="base">
              <a:spcBef>
                <a:spcPct val="20000"/>
              </a:spcBef>
              <a:spcAft>
                <a:spcPct val="0"/>
              </a:spcAft>
            </a:pPr>
            <a:r>
              <a:rPr lang="fr-FR" dirty="0"/>
              <a:t>Cliquez pour modifier les styles du texte du masque</a:t>
            </a:r>
          </a:p>
          <a:p>
            <a:pPr marL="444500" lvl="1" indent="-174625" algn="l" rtl="0" fontAlgn="base">
              <a:spcBef>
                <a:spcPct val="20000"/>
              </a:spcBef>
              <a:spcAft>
                <a:spcPct val="0"/>
              </a:spcAft>
              <a:buFont typeface="Browallia New" panose="020B0604020202020204" pitchFamily="34" charset="-34"/>
              <a:buChar char="›"/>
            </a:pPr>
            <a:r>
              <a:rPr lang="fr-FR" dirty="0"/>
              <a:t>Deuxième niveau</a:t>
            </a:r>
          </a:p>
          <a:p>
            <a:pPr marL="806450" lvl="2" indent="-228600" algn="l" rtl="0" fontAlgn="base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</a:pPr>
            <a:r>
              <a:rPr lang="fr-FR" dirty="0"/>
              <a:t>Troisième niveau</a:t>
            </a:r>
          </a:p>
          <a:p>
            <a:pPr marL="981075" lvl="3" indent="-241300" algn="l" rtl="0" fontAlgn="base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−"/>
            </a:pPr>
            <a:r>
              <a:rPr lang="fr-FR" dirty="0"/>
              <a:t>Quatrième niveau</a:t>
            </a:r>
          </a:p>
        </p:txBody>
      </p:sp>
      <p:sp>
        <p:nvSpPr>
          <p:cNvPr id="5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74539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19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21" r:id="rId18"/>
    <p:sldLayoutId id="2147483726" r:id="rId19"/>
    <p:sldLayoutId id="2147483731" r:id="rId20"/>
    <p:sldLayoutId id="2147483732" r:id="rId21"/>
    <p:sldLayoutId id="2147483733" r:id="rId22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0" i="0" kern="1200" baseline="0">
          <a:solidFill>
            <a:srgbClr val="273457"/>
          </a:solidFill>
          <a:latin typeface="Franklin Gothic Book" panose="020B0503020102020204" pitchFamily="34" charset="0"/>
          <a:ea typeface="+mj-ea"/>
          <a:cs typeface="Franklin Gothic Book" panose="020B0503020102020204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285750" indent="-28575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fr-FR" sz="18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12775" indent="-34290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Browallia New" panose="020B0604020202020204" pitchFamily="34" charset="-34"/>
        <a:buChar char="›"/>
        <a:defRPr lang="fr-FR" sz="16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920750" indent="-34290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Calibri" panose="020F0502020204030204" pitchFamily="34" charset="0"/>
        <a:buChar char="»"/>
        <a:defRPr lang="fr-FR" sz="14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025525" indent="-28575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fr-FR" sz="14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Browallia New" panose="020B0604020202020204" pitchFamily="34" charset="-34"/>
          <a:ea typeface="+mn-ea"/>
          <a:cs typeface="Browallia New" panose="020B0604020202020204" pitchFamily="34" charset="-34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mailto:jdiamant280@headmind.com" TargetMode="Externa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</a:t>
            </a:fld>
            <a:endParaRPr lang="fr-FR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D70CDA11-74FD-4864-C4E8-9D1ADEA0DE63}"/>
              </a:ext>
            </a:extLst>
          </p:cNvPr>
          <p:cNvSpPr/>
          <p:nvPr/>
        </p:nvSpPr>
        <p:spPr>
          <a:xfrm>
            <a:off x="731520" y="23195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kern="0" spc="400" dirty="0" err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r>
              <a:rPr lang="en-US" sz="2400" kern="0" spc="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#4</a:t>
            </a:r>
            <a:endParaRPr lang="en-US" sz="24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4E28418B-FF1D-8A3D-2CC8-34E39984AB02}"/>
              </a:ext>
            </a:extLst>
          </p:cNvPr>
          <p:cNvSpPr/>
          <p:nvPr/>
        </p:nvSpPr>
        <p:spPr>
          <a:xfrm>
            <a:off x="731520" y="2692400"/>
            <a:ext cx="7051040" cy="248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an End to End ML pipeline</a:t>
            </a:r>
            <a:endParaRPr lang="en-US" sz="48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8313A041-0152-0682-64C3-8987644B6728}"/>
              </a:ext>
            </a:extLst>
          </p:cNvPr>
          <p:cNvSpPr/>
          <p:nvPr/>
        </p:nvSpPr>
        <p:spPr>
          <a:xfrm>
            <a:off x="731520" y="5631180"/>
            <a:ext cx="4572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In-depth: MLOps</a:t>
            </a:r>
          </a:p>
          <a:p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2025/2026 —  ISAE-SUPAERO</a:t>
            </a:r>
            <a:endParaRPr lang="en-US" sz="24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04424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" y="2925058"/>
            <a:ext cx="12026900" cy="3897141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Reminder</a:t>
            </a:r>
            <a:r>
              <a:rPr lang="fr-FR" dirty="0"/>
              <a:t> of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a ML pipeline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>
          <a:xfrm>
            <a:off x="628982" y="1517650"/>
            <a:ext cx="11137237" cy="446722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A ML pipeline is a series of steps in order to serve a machine learning model for inference. It encompasses data acquisition, preprocessing, training, evaluation, and deployment.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In green the concepts seen in classes #1-2-3 /5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In purple the concept for today class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76235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https://data-ai.theodo.com/hubfs/Copy%20of%20dimension%20site%20%20(16)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3264" y="-30262"/>
            <a:ext cx="2205686" cy="1148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Orchestrate</a:t>
            </a:r>
            <a:r>
              <a:rPr lang="fr-FR" dirty="0"/>
              <a:t> a full ML pipeline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pic>
        <p:nvPicPr>
          <p:cNvPr id="2056" name="Picture 8" descr="Kubeflow Data Science On Steroid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6107" y="195164"/>
            <a:ext cx="2248876" cy="857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/>
          <p:cNvSpPr txBox="1"/>
          <p:nvPr/>
        </p:nvSpPr>
        <p:spPr>
          <a:xfrm>
            <a:off x="7886700" y="12175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D9E4CBB-3562-0FAE-A487-7D1D99BE2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6573" y="2748036"/>
            <a:ext cx="4833258" cy="327694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C5E8A8A-F0E6-1950-BD95-BA4802C92B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431" y="1336345"/>
            <a:ext cx="9949543" cy="128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012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Google (TFX) for building full End-to-End ML pipeline</a:t>
            </a:r>
            <a:endParaRPr lang="en-US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4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4"/>
          </p:nvPr>
        </p:nvSpPr>
        <p:spPr>
          <a:xfrm>
            <a:off x="527382" y="1568450"/>
            <a:ext cx="11137237" cy="486685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What is Kubeflow Pipelines (KFP)?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An open-source framework for building and orchestrating ML workflows as </a:t>
            </a:r>
            <a:r>
              <a:rPr lang="en-US" sz="1500" b="1" dirty="0"/>
              <a:t>reproducible, portable pipelines</a:t>
            </a:r>
            <a:endParaRPr lang="en-US" sz="15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Originally developed by Google, now a CNCF project with broad community support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b="1" dirty="0"/>
              <a:t>Framework-agnostic</a:t>
            </a:r>
            <a:r>
              <a:rPr lang="en-US" sz="1500" dirty="0"/>
              <a:t>: works with scikit-learn, </a:t>
            </a:r>
            <a:r>
              <a:rPr lang="en-US" sz="1500" dirty="0" err="1"/>
              <a:t>PyTorch</a:t>
            </a:r>
            <a:r>
              <a:rPr lang="en-US" sz="1500" dirty="0"/>
              <a:t>, TensorFlow, </a:t>
            </a:r>
            <a:r>
              <a:rPr lang="en-US" sz="1500" dirty="0" err="1"/>
              <a:t>XGBoost</a:t>
            </a:r>
            <a:r>
              <a:rPr lang="en-US" sz="1500" dirty="0"/>
              <a:t> — any Python-based ML library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Runs natively on </a:t>
            </a:r>
            <a:r>
              <a:rPr lang="en-US" sz="1500" b="1" dirty="0"/>
              <a:t>Vertex AI Pipelines</a:t>
            </a:r>
            <a:r>
              <a:rPr lang="en-US" sz="1500" dirty="0"/>
              <a:t> (managed, serverless) or on self-hosted Kubernetes clusters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150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800" b="1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Core</a:t>
            </a:r>
            <a:r>
              <a:rPr lang="fr-FR" sz="1800" b="1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concepts of KFP:</a:t>
            </a:r>
            <a:endParaRPr lang="fr-FR" sz="1800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669925" lvl="1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500" b="1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Component</a:t>
            </a:r>
            <a:r>
              <a:rPr lang="en-US" sz="15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(@dsl.component): A self-contained step — data loading, training, evaluation, etc. </a:t>
            </a:r>
            <a:r>
              <a:rPr lang="fr-FR" sz="15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Each</a:t>
            </a:r>
            <a:r>
              <a:rPr lang="fr-FR" sz="15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runs in </a:t>
            </a:r>
            <a:r>
              <a:rPr lang="fr-FR" sz="15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its</a:t>
            </a:r>
            <a:r>
              <a:rPr lang="fr-FR" sz="15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own</a:t>
            </a:r>
            <a:r>
              <a:rPr lang="fr-FR" sz="15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container.</a:t>
            </a:r>
          </a:p>
          <a:p>
            <a:pPr marL="669925" lvl="1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500" b="1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Pipeline</a:t>
            </a:r>
            <a:r>
              <a:rPr lang="en-US" sz="15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(@dsl.pipeline): A DAG of components wired together via typed inputs/outputs.</a:t>
            </a:r>
            <a:endParaRPr lang="fr-FR" sz="1500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669925" lvl="1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500" b="1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Artifacts</a:t>
            </a:r>
            <a:r>
              <a:rPr lang="en-US" sz="15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(Dataset, Model, Metrics): Typed objects that flow between components — KFP handles storage and lineage.</a:t>
            </a:r>
            <a:endParaRPr lang="fr-FR" sz="1500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669925" lvl="1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500" b="1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Compiler</a:t>
            </a:r>
            <a:r>
              <a:rPr lang="en-US" sz="15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: Converts the Python pipeline definition to a portable YAML specification.</a:t>
            </a:r>
            <a:endParaRPr lang="fr-FR" sz="1500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669925" lvl="1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500" b="1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Control flow</a:t>
            </a:r>
            <a:r>
              <a:rPr lang="en-US" sz="15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US" sz="15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dsl.If</a:t>
            </a:r>
            <a:r>
              <a:rPr lang="en-US" sz="15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5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dsl.Condition</a:t>
            </a:r>
            <a:r>
              <a:rPr lang="en-US" sz="15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): Conditional branching for quality gates and deployment decisions.</a:t>
            </a:r>
            <a:endParaRPr lang="fr-FR" sz="1500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669925" lvl="1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500" b="1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Pipeline Runner</a:t>
            </a:r>
            <a:r>
              <a:rPr lang="en-US" sz="15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US" sz="15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aiplatform.PipelineJob</a:t>
            </a:r>
            <a:r>
              <a:rPr lang="en-US" sz="15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): Submits the compiled YAML to Vertex AI for execution.</a:t>
            </a:r>
            <a:endParaRPr lang="fr-FR" sz="1500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13891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Continuous training (CT)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pic>
        <p:nvPicPr>
          <p:cNvPr id="3074" name="Picture 2" descr="When Should a Machine Learning Model Be Retrained?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3915" y="1163965"/>
            <a:ext cx="5809030" cy="536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2718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Continuous Integration (CI) and continuous Deployment / Delivery (CD)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pic>
        <p:nvPicPr>
          <p:cNvPr id="7170" name="Picture 2" descr="terminology - How does continuous integration relate to continuous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3250" y="1452364"/>
            <a:ext cx="7604691" cy="433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8577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Today’s</a:t>
            </a:r>
            <a:r>
              <a:rPr lang="fr-FR" dirty="0"/>
              <a:t> </a:t>
            </a:r>
            <a:r>
              <a:rPr lang="fr-FR" dirty="0" err="1"/>
              <a:t>Lab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7</a:t>
            </a:fld>
            <a:endParaRPr lang="fr-FR" dirty="0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62627B01-911E-8CEC-547D-2DC483113344}"/>
              </a:ext>
            </a:extLst>
          </p:cNvPr>
          <p:cNvSpPr/>
          <p:nvPr/>
        </p:nvSpPr>
        <p:spPr>
          <a:xfrm>
            <a:off x="731520" y="1584960"/>
            <a:ext cx="10810240" cy="1666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D0B6BC73-6E59-3C4C-A54C-E29BAD27F1A5}"/>
              </a:ext>
            </a:extLst>
          </p:cNvPr>
          <p:cNvSpPr/>
          <p:nvPr/>
        </p:nvSpPr>
        <p:spPr>
          <a:xfrm>
            <a:off x="731520" y="1584960"/>
            <a:ext cx="71120" cy="1666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A76D05D1-5449-30A9-BBB6-251918712253}"/>
              </a:ext>
            </a:extLst>
          </p:cNvPr>
          <p:cNvSpPr/>
          <p:nvPr/>
        </p:nvSpPr>
        <p:spPr>
          <a:xfrm>
            <a:off x="1036320" y="1625600"/>
            <a:ext cx="8341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2133" b="1" dirty="0">
                <a:solidFill>
                  <a:srgbClr val="0EA5E9"/>
                </a:solidFill>
                <a:ea typeface="Trebuchet MS" pitchFamily="34" charset="-122"/>
                <a:cs typeface="Trebuchet MS" pitchFamily="34" charset="-120"/>
              </a:rPr>
              <a:t>Lab 04a — Kubeflow Pipelines Fundamentals (~1h00)</a:t>
            </a:r>
            <a:endParaRPr lang="en-US" sz="2133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4096B3F-653A-74D1-DF63-A674F6F87645}"/>
              </a:ext>
            </a:extLst>
          </p:cNvPr>
          <p:cNvSpPr/>
          <p:nvPr/>
        </p:nvSpPr>
        <p:spPr>
          <a:xfrm>
            <a:off x="1584960" y="2153920"/>
            <a:ext cx="9592444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fr-FR" sz="1600" dirty="0"/>
              <a:t>•  Construire des composants légers avec @dsl.component (</a:t>
            </a:r>
            <a:r>
              <a:rPr lang="fr-FR" sz="1600" dirty="0" err="1"/>
              <a:t>load</a:t>
            </a:r>
            <a:r>
              <a:rPr lang="fr-FR" sz="1600" dirty="0"/>
              <a:t> data, train, </a:t>
            </a:r>
            <a:r>
              <a:rPr lang="fr-FR" sz="1600" dirty="0" err="1"/>
              <a:t>evaluate</a:t>
            </a:r>
            <a:r>
              <a:rPr lang="fr-FR" sz="1600" dirty="0"/>
              <a:t>)</a:t>
            </a:r>
          </a:p>
          <a:p>
            <a:r>
              <a:rPr lang="fr-FR" sz="1600" dirty="0"/>
              <a:t>•  Composer un pipeline DAG avec @dsl.pipeline et le compiler en YAML</a:t>
            </a:r>
          </a:p>
          <a:p>
            <a:r>
              <a:rPr lang="fr-FR" sz="1600" dirty="0"/>
              <a:t>•  Soumettre et monitorer le pipeline sur Vertex AI Pipelines</a:t>
            </a:r>
          </a:p>
          <a:p>
            <a:r>
              <a:rPr lang="fr-FR" sz="1600" dirty="0"/>
              <a:t>•  Paramétrer le pipeline et relancer avec des hyperparamètres différents</a:t>
            </a:r>
          </a:p>
          <a:p>
            <a:endParaRPr lang="en-US" sz="1600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A0393EDF-0204-CA99-FBB9-FC63FFCE390B}"/>
              </a:ext>
            </a:extLst>
          </p:cNvPr>
          <p:cNvSpPr/>
          <p:nvPr/>
        </p:nvSpPr>
        <p:spPr>
          <a:xfrm>
            <a:off x="731520" y="3761244"/>
            <a:ext cx="10810240" cy="1666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2BA00854-3765-2EC2-F0E0-DE600878FE9D}"/>
              </a:ext>
            </a:extLst>
          </p:cNvPr>
          <p:cNvSpPr/>
          <p:nvPr/>
        </p:nvSpPr>
        <p:spPr>
          <a:xfrm>
            <a:off x="731520" y="3761244"/>
            <a:ext cx="71120" cy="1666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16F3EAC5-2590-B10E-0325-B21854EC918C}"/>
              </a:ext>
            </a:extLst>
          </p:cNvPr>
          <p:cNvSpPr/>
          <p:nvPr/>
        </p:nvSpPr>
        <p:spPr>
          <a:xfrm>
            <a:off x="1036320" y="3801884"/>
            <a:ext cx="741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10B981"/>
                </a:solidFill>
                <a:ea typeface="Trebuchet MS" pitchFamily="34" charset="-122"/>
                <a:cs typeface="Trebuchet MS" pitchFamily="34" charset="-120"/>
              </a:rPr>
              <a:t>Lab 04b — Production Pipeline Patterns (~1h15)</a:t>
            </a:r>
            <a:endParaRPr lang="en-US" sz="2133" dirty="0">
              <a:solidFill>
                <a:srgbClr val="10B981"/>
              </a:solidFill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EA92AF0D-ED1A-A40F-6F08-DB0527143D99}"/>
              </a:ext>
            </a:extLst>
          </p:cNvPr>
          <p:cNvSpPr/>
          <p:nvPr/>
        </p:nvSpPr>
        <p:spPr>
          <a:xfrm>
            <a:off x="1584960" y="4330204"/>
            <a:ext cx="865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fr-FR" sz="1600" dirty="0"/>
              <a:t>•  Ajouter un composant de validation de données </a:t>
            </a:r>
          </a:p>
          <a:p>
            <a:r>
              <a:rPr lang="fr-FR" sz="1600" dirty="0"/>
              <a:t>•  Implémenter un seuil de qualité sur l'évaluation du modèle (</a:t>
            </a:r>
            <a:r>
              <a:rPr lang="fr-FR" sz="1600" dirty="0" err="1"/>
              <a:t>pass</a:t>
            </a:r>
            <a:r>
              <a:rPr lang="fr-FR" sz="1600" dirty="0"/>
              <a:t>/fail)</a:t>
            </a:r>
          </a:p>
          <a:p>
            <a:r>
              <a:rPr lang="fr-FR" sz="1600" dirty="0"/>
              <a:t>•  Utiliser </a:t>
            </a:r>
            <a:r>
              <a:rPr lang="fr-FR" sz="1600" dirty="0" err="1"/>
              <a:t>dsl.If</a:t>
            </a:r>
            <a:r>
              <a:rPr lang="fr-FR" sz="1600" dirty="0"/>
              <a:t> / </a:t>
            </a:r>
            <a:r>
              <a:rPr lang="fr-FR" sz="1600" dirty="0" err="1"/>
              <a:t>dsl.Else</a:t>
            </a:r>
            <a:r>
              <a:rPr lang="fr-FR" sz="1600" dirty="0"/>
              <a:t> pour le branchement conditionnel</a:t>
            </a:r>
          </a:p>
          <a:p>
            <a:r>
              <a:rPr lang="fr-FR" sz="1600" dirty="0"/>
              <a:t>•  Enregistrer automatiquement le modèle dans le Model </a:t>
            </a:r>
            <a:r>
              <a:rPr lang="fr-FR" sz="1600" dirty="0" err="1"/>
              <a:t>Registry</a:t>
            </a:r>
            <a:r>
              <a:rPr lang="fr-FR" sz="1600" dirty="0"/>
              <a:t> si le seuil est atteint</a:t>
            </a:r>
          </a:p>
        </p:txBody>
      </p:sp>
    </p:spTree>
    <p:extLst>
      <p:ext uri="{BB962C8B-B14F-4D97-AF65-F5344CB8AC3E}">
        <p14:creationId xmlns:p14="http://schemas.microsoft.com/office/powerpoint/2010/main" val="1545510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Today’s</a:t>
            </a:r>
            <a:r>
              <a:rPr lang="fr-FR" dirty="0"/>
              <a:t> </a:t>
            </a:r>
            <a:r>
              <a:rPr lang="fr-FR" dirty="0" err="1"/>
              <a:t>Lab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8</a:t>
            </a:fld>
            <a:endParaRPr lang="fr-FR" dirty="0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84CE7AE-AFA1-CBB6-AB21-37A3D79C93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568" y="1350738"/>
            <a:ext cx="11137237" cy="1107983"/>
          </a:xfrm>
        </p:spPr>
        <p:txBody>
          <a:bodyPr/>
          <a:lstStyle/>
          <a:p>
            <a:pPr marL="0" indent="0">
              <a:buNone/>
            </a:pPr>
            <a:endParaRPr lang="fr-FR" dirty="0">
              <a:latin typeface="+mn-lt"/>
            </a:endParaRPr>
          </a:p>
          <a:p>
            <a:pPr marL="0" indent="0">
              <a:buNone/>
            </a:pPr>
            <a:r>
              <a:rPr lang="fr-FR" dirty="0" err="1">
                <a:latin typeface="+mn-lt"/>
              </a:rPr>
              <a:t>Completed</a:t>
            </a:r>
            <a:r>
              <a:rPr lang="fr-FR" dirty="0">
                <a:latin typeface="+mn-lt"/>
              </a:rPr>
              <a:t> notebook must </a:t>
            </a:r>
            <a:r>
              <a:rPr lang="fr-FR" dirty="0" err="1">
                <a:latin typeface="+mn-lt"/>
              </a:rPr>
              <a:t>be</a:t>
            </a:r>
            <a:r>
              <a:rPr lang="fr-FR" dirty="0">
                <a:latin typeface="+mn-lt"/>
              </a:rPr>
              <a:t> sent to:           </a:t>
            </a:r>
            <a:r>
              <a:rPr lang="fr-FR" dirty="0">
                <a:solidFill>
                  <a:schemeClr val="accent2">
                    <a:lumMod val="75000"/>
                  </a:schemeClr>
                </a:solidFill>
                <a:hlinkClick r:id="rId2"/>
              </a:rPr>
              <a:t>jdiamant280@headmind.com</a:t>
            </a: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92ED7DE-D6D9-2CB1-F94A-C0E8A15584DB}"/>
              </a:ext>
            </a:extLst>
          </p:cNvPr>
          <p:cNvSpPr/>
          <p:nvPr/>
        </p:nvSpPr>
        <p:spPr>
          <a:xfrm>
            <a:off x="731520" y="4389807"/>
            <a:ext cx="1072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ea typeface="+mj-ea"/>
              </a:rPr>
              <a:t>Let's get started!</a:t>
            </a:r>
          </a:p>
        </p:txBody>
      </p:sp>
    </p:spTree>
    <p:extLst>
      <p:ext uri="{BB962C8B-B14F-4D97-AF65-F5344CB8AC3E}">
        <p14:creationId xmlns:p14="http://schemas.microsoft.com/office/powerpoint/2010/main" val="127326432"/>
      </p:ext>
    </p:extLst>
  </p:cSld>
  <p:clrMapOvr>
    <a:masterClrMapping/>
  </p:clrMapOvr>
</p:sld>
</file>

<file path=ppt/theme/theme1.xml><?xml version="1.0" encoding="utf-8"?>
<a:theme xmlns:a="http://schemas.openxmlformats.org/drawingml/2006/main" name="NEW HeadMind Partners">
  <a:themeElements>
    <a:clrScheme name="Personnalisé 2">
      <a:dk1>
        <a:srgbClr val="00263A"/>
      </a:dk1>
      <a:lt1>
        <a:srgbClr val="FFFFFF"/>
      </a:lt1>
      <a:dk2>
        <a:srgbClr val="003057"/>
      </a:dk2>
      <a:lt2>
        <a:srgbClr val="E8E8E8"/>
      </a:lt2>
      <a:accent1>
        <a:srgbClr val="003057"/>
      </a:accent1>
      <a:accent2>
        <a:srgbClr val="0F4379"/>
      </a:accent2>
      <a:accent3>
        <a:srgbClr val="007DBA"/>
      </a:accent3>
      <a:accent4>
        <a:srgbClr val="5BC2E7"/>
      </a:accent4>
      <a:accent5>
        <a:srgbClr val="C00000"/>
      </a:accent5>
      <a:accent6>
        <a:srgbClr val="FFFFFF"/>
      </a:accent6>
      <a:hlink>
        <a:srgbClr val="C00000"/>
      </a:hlink>
      <a:folHlink>
        <a:srgbClr val="007DBA"/>
      </a:folHlink>
    </a:clrScheme>
    <a:fontScheme name="Polices Beijaflore">
      <a:majorFont>
        <a:latin typeface="Franklin Gothic Boo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arte HeadMind Partners 2024" id="{455D27FD-681B-4269-9DB4-E515FEB5C9D5}" vid="{99F535D0-B694-43D3-A926-E22BF183EB1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Charte HeadMind Partners 2024</Template>
  <TotalTime>1868</TotalTime>
  <Words>514</Words>
  <Application>Microsoft Office PowerPoint</Application>
  <PresentationFormat>Grand écran</PresentationFormat>
  <Paragraphs>57</Paragraphs>
  <Slides>8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7" baseType="lpstr">
      <vt:lpstr>Arial</vt:lpstr>
      <vt:lpstr>Browallia New</vt:lpstr>
      <vt:lpstr>Calibri</vt:lpstr>
      <vt:lpstr>Franklin Gothic Book</vt:lpstr>
      <vt:lpstr>Segoe UI</vt:lpstr>
      <vt:lpstr>Segoe UI Semibold</vt:lpstr>
      <vt:lpstr>Symbol</vt:lpstr>
      <vt:lpstr>Trebuchet MS</vt:lpstr>
      <vt:lpstr>NEW HeadMind Partners</vt:lpstr>
      <vt:lpstr>Présentation PowerPoint</vt:lpstr>
      <vt:lpstr>Reminder of what is a ML pipeline</vt:lpstr>
      <vt:lpstr>Orchestrate a full ML pipeline</vt:lpstr>
      <vt:lpstr>Google (TFX) for building full End-to-End ML pipeline</vt:lpstr>
      <vt:lpstr>Continuous training (CT)</vt:lpstr>
      <vt:lpstr>Continuous Integration (CI) and continuous Deployment / Delivery (CD)</vt:lpstr>
      <vt:lpstr>Today’s Lab</vt:lpstr>
      <vt:lpstr>Today’s Lab</vt:lpstr>
    </vt:vector>
  </TitlesOfParts>
  <Company>Beijaflore.com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 – Entraîner et déployer un modèle de ML sur GCP avec Vertex AI</dc:title>
  <dc:creator>Hochedez, Arthur</dc:creator>
  <cp:lastModifiedBy>Diamant, Jean</cp:lastModifiedBy>
  <cp:revision>59</cp:revision>
  <dcterms:created xsi:type="dcterms:W3CDTF">2025-02-11T16:41:08Z</dcterms:created>
  <dcterms:modified xsi:type="dcterms:W3CDTF">2026-03-08T17:03:24Z</dcterms:modified>
</cp:coreProperties>
</file>