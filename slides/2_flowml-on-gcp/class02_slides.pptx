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sldIdLst>
    <p:sldId id="256" r:id="rId5"/>
    <p:sldId id="324" r:id="rId6"/>
    <p:sldId id="312" r:id="rId7"/>
    <p:sldId id="397" r:id="rId8"/>
    <p:sldId id="398" r:id="rId9"/>
    <p:sldId id="381" r:id="rId10"/>
    <p:sldId id="382" r:id="rId11"/>
    <p:sldId id="385" r:id="rId12"/>
    <p:sldId id="386" r:id="rId13"/>
    <p:sldId id="387" r:id="rId14"/>
    <p:sldId id="388" r:id="rId15"/>
    <p:sldId id="297" r:id="rId16"/>
    <p:sldId id="399" r:id="rId17"/>
  </p:sldIdLst>
  <p:sldSz cx="9144000" cy="5143500" type="screen16x9"/>
  <p:notesSz cx="6858000" cy="9144000"/>
  <p:defaultTextStyle>
    <a:defPPr>
      <a:defRPr lang="fr-F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ere, Elise" initials="BE" lastIdx="1" clrIdx="0">
    <p:extLst>
      <p:ext uri="{19B8F6BF-5375-455C-9EA6-DF929625EA0E}">
        <p15:presenceInfo xmlns:p15="http://schemas.microsoft.com/office/powerpoint/2012/main" userId="Barrere, Elis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5CF6"/>
    <a:srgbClr val="FFFFFF"/>
    <a:srgbClr val="10B981"/>
    <a:srgbClr val="000000"/>
    <a:srgbClr val="155FA9"/>
    <a:srgbClr val="135597"/>
    <a:srgbClr val="0F4379"/>
    <a:srgbClr val="003057"/>
    <a:srgbClr val="5799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5123" autoAdjust="0"/>
  </p:normalViewPr>
  <p:slideViewPr>
    <p:cSldViewPr snapToGrid="0">
      <p:cViewPr varScale="1">
        <p:scale>
          <a:sx n="84" d="100"/>
          <a:sy n="84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33786-69FA-47D8-964E-2BB12BEAF6E1}" type="datetimeFigureOut">
              <a:rPr lang="fr-FR" smtClean="0"/>
              <a:t>08/03/2026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A020F-C331-477F-875F-7DD533CFCB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2847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3A020F-C331-477F-875F-7DD533CFCB4A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6853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Présentation pas</a:t>
            </a:r>
            <a:r>
              <a:rPr lang="fr-FR" baseline="0" dirty="0"/>
              <a:t> technique. </a:t>
            </a:r>
            <a:r>
              <a:rPr lang="fr-FR" baseline="0" dirty="0" err="1"/>
              <a:t>Bcp</a:t>
            </a:r>
            <a:r>
              <a:rPr lang="fr-FR" baseline="0" dirty="0"/>
              <a:t> d’informations glanées au fil de l’eau. Ordres de grandeur, exemples, typologies de fraude, prévention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3A020F-C331-477F-875F-7DD533CFCB4A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580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389610" y="3002341"/>
            <a:ext cx="5048945" cy="648890"/>
          </a:xfrm>
        </p:spPr>
        <p:txBody>
          <a:bodyPr/>
          <a:lstStyle>
            <a:lvl1pPr>
              <a:defRPr sz="27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1" name="Textplatzhalter 25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89610" y="3835596"/>
            <a:ext cx="5048945" cy="624863"/>
          </a:xfrm>
        </p:spPr>
        <p:txBody>
          <a:bodyPr wrap="square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 dirty="0"/>
              <a:t>Insérer un niveau de sous-titre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 noProof="0" dirty="0"/>
          </a:p>
        </p:txBody>
      </p:sp>
      <p:sp>
        <p:nvSpPr>
          <p:cNvPr id="12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6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pic>
        <p:nvPicPr>
          <p:cNvPr id="20" name="Image 1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523" y="4266323"/>
            <a:ext cx="1159412" cy="558645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0568" y="4267955"/>
            <a:ext cx="571781" cy="571781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398" y="1817911"/>
            <a:ext cx="2398973" cy="2399480"/>
          </a:xfrm>
          <a:prstGeom prst="rect">
            <a:avLst/>
          </a:prstGeom>
        </p:spPr>
      </p:pic>
      <p:sp>
        <p:nvSpPr>
          <p:cNvPr id="16" name="ZoneTexte 15"/>
          <p:cNvSpPr txBox="1"/>
          <p:nvPr userDrawn="1"/>
        </p:nvSpPr>
        <p:spPr>
          <a:xfrm>
            <a:off x="5799151" y="3706592"/>
            <a:ext cx="2201465" cy="163763"/>
          </a:xfrm>
          <a:prstGeom prst="rect">
            <a:avLst/>
          </a:prstGeom>
          <a:noFill/>
        </p:spPr>
        <p:txBody>
          <a:bodyPr wrap="square" lIns="27000" tIns="0" rIns="27000" bIns="0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5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AI &amp; BLOCKCHAIN</a:t>
            </a:r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2552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eur droit 2"/>
          <p:cNvCxnSpPr/>
          <p:nvPr userDrawn="1"/>
        </p:nvCxnSpPr>
        <p:spPr>
          <a:xfrm flipH="1">
            <a:off x="2914650" y="1576162"/>
            <a:ext cx="1164" cy="149580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575" y="1403455"/>
            <a:ext cx="1878419" cy="1878419"/>
          </a:xfrm>
          <a:prstGeom prst="rect">
            <a:avLst/>
          </a:prstGeom>
        </p:spPr>
      </p:pic>
      <p:sp>
        <p:nvSpPr>
          <p:cNvPr id="7" name="Espace réservé du texte 14"/>
          <p:cNvSpPr>
            <a:spLocks noGrp="1"/>
          </p:cNvSpPr>
          <p:nvPr>
            <p:ph type="body" sz="quarter" idx="14" hasCustomPrompt="1"/>
          </p:nvPr>
        </p:nvSpPr>
        <p:spPr>
          <a:xfrm>
            <a:off x="3329862" y="1577265"/>
            <a:ext cx="5022558" cy="1530799"/>
          </a:xfrm>
        </p:spPr>
        <p:txBody>
          <a:bodyPr anchor="ctr"/>
          <a:lstStyle>
            <a:lvl1pPr marL="0" indent="0">
              <a:buNone/>
              <a:defRPr sz="135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333375" indent="-130969">
              <a:buFont typeface="Browallia New" panose="020B0604020202020204" pitchFamily="34" charset="-34"/>
              <a:buChar char="›"/>
              <a:defRPr sz="1200">
                <a:latin typeface="+mn-lt"/>
                <a:cs typeface="Browallia New" panose="020B0604020202020204" pitchFamily="34" charset="-34"/>
              </a:defRPr>
            </a:lvl2pPr>
            <a:lvl3pPr marL="604838" indent="-171450">
              <a:defRPr sz="1050">
                <a:latin typeface="+mn-lt"/>
                <a:cs typeface="Browallia New" panose="020B0604020202020204" pitchFamily="34" charset="-34"/>
              </a:defRPr>
            </a:lvl3pPr>
            <a:lvl4pPr marL="735806" indent="-180975">
              <a:buFont typeface="Calibri" panose="020F0502020204030204" pitchFamily="34" charset="0"/>
              <a:buChar char="−"/>
              <a:defRPr sz="1050">
                <a:latin typeface="+mn-lt"/>
                <a:cs typeface="Browallia New" panose="020B0604020202020204" pitchFamily="34" charset="-34"/>
              </a:defRPr>
            </a:lvl4pPr>
            <a:lvl5pPr marL="938213" indent="-171450">
              <a:buFont typeface="Calibri" panose="020F0502020204030204" pitchFamily="34" charset="0"/>
              <a:buChar char="−"/>
              <a:defRPr sz="15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9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6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8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13095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Espace réservé du contenu 7"/>
          <p:cNvSpPr>
            <a:spLocks noGrp="1"/>
          </p:cNvSpPr>
          <p:nvPr>
            <p:ph sz="quarter" idx="27"/>
          </p:nvPr>
        </p:nvSpPr>
        <p:spPr>
          <a:xfrm>
            <a:off x="377477" y="3441708"/>
            <a:ext cx="590550" cy="427435"/>
          </a:xfrm>
        </p:spPr>
        <p:txBody>
          <a:bodyPr/>
          <a:lstStyle>
            <a:lvl1pPr marL="0" indent="0" algn="ctr">
              <a:buNone/>
              <a:defRPr sz="2700">
                <a:latin typeface="+mj-lt"/>
              </a:defRPr>
            </a:lvl1pPr>
            <a:lvl2pPr marL="202406" indent="0">
              <a:buNone/>
              <a:defRPr sz="3750">
                <a:latin typeface="+mj-lt"/>
              </a:defRPr>
            </a:lvl2pPr>
            <a:lvl3pPr marL="433388" indent="0">
              <a:buNone/>
              <a:defRPr sz="3750">
                <a:latin typeface="+mj-lt"/>
              </a:defRPr>
            </a:lvl3pPr>
            <a:lvl4pPr marL="554831" indent="0">
              <a:buFont typeface="Arial" panose="020B0604020202020204" pitchFamily="34" charset="0"/>
              <a:buNone/>
              <a:defRPr sz="3750">
                <a:latin typeface="+mj-lt"/>
              </a:defRPr>
            </a:lvl4pPr>
            <a:lvl5pPr marL="1371600" indent="0">
              <a:buFont typeface="Arial" panose="020B0604020202020204" pitchFamily="34" charset="0"/>
              <a:buNone/>
              <a:defRPr sz="375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4" name="Espace réservé du contenu 7"/>
          <p:cNvSpPr>
            <a:spLocks noGrp="1"/>
          </p:cNvSpPr>
          <p:nvPr>
            <p:ph sz="quarter" idx="26" hasCustomPrompt="1"/>
          </p:nvPr>
        </p:nvSpPr>
        <p:spPr>
          <a:xfrm>
            <a:off x="377477" y="2316675"/>
            <a:ext cx="590550" cy="427435"/>
          </a:xfrm>
        </p:spPr>
        <p:txBody>
          <a:bodyPr/>
          <a:lstStyle>
            <a:lvl1pPr marL="0" indent="0" algn="ctr">
              <a:buNone/>
              <a:defRPr sz="2700">
                <a:latin typeface="+mj-lt"/>
              </a:defRPr>
            </a:lvl1pPr>
            <a:lvl2pPr marL="202406" indent="0">
              <a:buNone/>
              <a:defRPr sz="3750">
                <a:latin typeface="+mj-lt"/>
              </a:defRPr>
            </a:lvl2pPr>
            <a:lvl3pPr marL="433388" indent="0">
              <a:buNone/>
              <a:defRPr sz="3750">
                <a:latin typeface="+mj-lt"/>
              </a:defRPr>
            </a:lvl3pPr>
            <a:lvl4pPr marL="554831" indent="0">
              <a:buFont typeface="Arial" panose="020B0604020202020204" pitchFamily="34" charset="0"/>
              <a:buNone/>
              <a:defRPr sz="3750">
                <a:latin typeface="+mj-lt"/>
              </a:defRPr>
            </a:lvl4pPr>
            <a:lvl5pPr marL="1371600" indent="0">
              <a:buFont typeface="Arial" panose="020B0604020202020204" pitchFamily="34" charset="0"/>
              <a:buNone/>
              <a:defRPr sz="3750">
                <a:latin typeface="+mj-lt"/>
              </a:defRPr>
            </a:lvl5pPr>
          </a:lstStyle>
          <a:p>
            <a:pPr lvl="0"/>
            <a:r>
              <a:rPr lang="fr-FR" dirty="0"/>
              <a:t>02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Sommaire</a:t>
            </a:r>
          </a:p>
        </p:txBody>
      </p:sp>
      <p:cxnSp>
        <p:nvCxnSpPr>
          <p:cNvPr id="19" name="Connecteur droit 18"/>
          <p:cNvCxnSpPr/>
          <p:nvPr userDrawn="1"/>
        </p:nvCxnSpPr>
        <p:spPr>
          <a:xfrm>
            <a:off x="395537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1279264" y="1146307"/>
            <a:ext cx="1902524" cy="532082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333375" indent="-130969">
              <a:buFont typeface="Browallia New" panose="020B0604020202020204" pitchFamily="34" charset="-34"/>
              <a:buChar char="›"/>
              <a:defRPr sz="1200">
                <a:latin typeface="+mn-lt"/>
                <a:cs typeface="Browallia New" panose="020B0604020202020204" pitchFamily="34" charset="-34"/>
              </a:defRPr>
            </a:lvl2pPr>
            <a:lvl3pPr marL="604838" indent="-171450">
              <a:defRPr sz="1050">
                <a:latin typeface="+mn-lt"/>
                <a:cs typeface="Browallia New" panose="020B0604020202020204" pitchFamily="34" charset="-34"/>
              </a:defRPr>
            </a:lvl3pPr>
            <a:lvl4pPr marL="735806" indent="-180975">
              <a:buFont typeface="Calibri" panose="020F0502020204030204" pitchFamily="34" charset="0"/>
              <a:buChar char="−"/>
              <a:defRPr sz="1050">
                <a:latin typeface="+mn-lt"/>
                <a:cs typeface="Browallia New" panose="020B0604020202020204" pitchFamily="34" charset="-34"/>
              </a:defRPr>
            </a:lvl4pPr>
            <a:lvl5pPr marL="938213" indent="-171450">
              <a:buFont typeface="Calibri" panose="020F0502020204030204" pitchFamily="34" charset="0"/>
              <a:buChar char="−"/>
              <a:defRPr sz="15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3" name="Espace réservé du texte 14"/>
          <p:cNvSpPr>
            <a:spLocks noGrp="1"/>
          </p:cNvSpPr>
          <p:nvPr>
            <p:ph type="body" sz="quarter" idx="14" hasCustomPrompt="1"/>
          </p:nvPr>
        </p:nvSpPr>
        <p:spPr>
          <a:xfrm>
            <a:off x="1279263" y="2291781"/>
            <a:ext cx="1902524" cy="532082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333375" indent="-130969">
              <a:buFont typeface="Browallia New" panose="020B0604020202020204" pitchFamily="34" charset="-34"/>
              <a:buChar char="›"/>
              <a:defRPr sz="1200">
                <a:latin typeface="+mn-lt"/>
                <a:cs typeface="Browallia New" panose="020B0604020202020204" pitchFamily="34" charset="-34"/>
              </a:defRPr>
            </a:lvl2pPr>
            <a:lvl3pPr marL="604838" indent="-171450">
              <a:defRPr sz="1050">
                <a:latin typeface="+mn-lt"/>
                <a:cs typeface="Browallia New" panose="020B0604020202020204" pitchFamily="34" charset="-34"/>
              </a:defRPr>
            </a:lvl3pPr>
            <a:lvl4pPr marL="735806" indent="-180975">
              <a:buFont typeface="Calibri" panose="020F0502020204030204" pitchFamily="34" charset="0"/>
              <a:buChar char="−"/>
              <a:defRPr sz="1050">
                <a:latin typeface="+mn-lt"/>
                <a:cs typeface="Browallia New" panose="020B0604020202020204" pitchFamily="34" charset="-34"/>
              </a:defRPr>
            </a:lvl4pPr>
            <a:lvl5pPr marL="938213" indent="-171450">
              <a:buFont typeface="Calibri" panose="020F0502020204030204" pitchFamily="34" charset="0"/>
              <a:buChar char="−"/>
              <a:defRPr sz="15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4" name="Espace réservé du texte 14"/>
          <p:cNvSpPr>
            <a:spLocks noGrp="1"/>
          </p:cNvSpPr>
          <p:nvPr>
            <p:ph type="body" sz="quarter" idx="15" hasCustomPrompt="1"/>
          </p:nvPr>
        </p:nvSpPr>
        <p:spPr>
          <a:xfrm>
            <a:off x="1279263" y="3436300"/>
            <a:ext cx="1902524" cy="532082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333375" indent="-130969">
              <a:buFont typeface="Browallia New" panose="020B0604020202020204" pitchFamily="34" charset="-34"/>
              <a:buChar char="›"/>
              <a:defRPr sz="1200">
                <a:latin typeface="+mn-lt"/>
                <a:cs typeface="Browallia New" panose="020B0604020202020204" pitchFamily="34" charset="-34"/>
              </a:defRPr>
            </a:lvl2pPr>
            <a:lvl3pPr marL="604838" indent="-171450">
              <a:defRPr sz="1050">
                <a:latin typeface="+mn-lt"/>
                <a:cs typeface="Browallia New" panose="020B0604020202020204" pitchFamily="34" charset="-34"/>
              </a:defRPr>
            </a:lvl3pPr>
            <a:lvl4pPr marL="735806" indent="-180975">
              <a:buFont typeface="Calibri" panose="020F0502020204030204" pitchFamily="34" charset="0"/>
              <a:buChar char="−"/>
              <a:defRPr sz="1050">
                <a:latin typeface="+mn-lt"/>
                <a:cs typeface="Browallia New" panose="020B0604020202020204" pitchFamily="34" charset="-34"/>
              </a:defRPr>
            </a:lvl4pPr>
            <a:lvl5pPr marL="938213" indent="-171450">
              <a:buFont typeface="Calibri" panose="020F0502020204030204" pitchFamily="34" charset="0"/>
              <a:buChar char="−"/>
              <a:defRPr sz="15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9" hasCustomPrompt="1"/>
          </p:nvPr>
        </p:nvSpPr>
        <p:spPr>
          <a:xfrm>
            <a:off x="1279263" y="1701512"/>
            <a:ext cx="2931226" cy="483138"/>
          </a:xfrm>
        </p:spPr>
        <p:txBody>
          <a:bodyPr anchor="ctr"/>
          <a:lstStyle>
            <a:lvl1pPr marL="214313" indent="-214313">
              <a:buFont typeface="Segoe UI" panose="020B0502040204020203" pitchFamily="34" charset="0"/>
              <a:buChar char="›"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28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6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30" name="Espace réservé du texte 5"/>
          <p:cNvSpPr>
            <a:spLocks noGrp="1"/>
          </p:cNvSpPr>
          <p:nvPr>
            <p:ph type="body" sz="quarter" idx="22" hasCustomPrompt="1"/>
          </p:nvPr>
        </p:nvSpPr>
        <p:spPr>
          <a:xfrm>
            <a:off x="1279263" y="2834705"/>
            <a:ext cx="2931226" cy="483138"/>
          </a:xfrm>
        </p:spPr>
        <p:txBody>
          <a:bodyPr anchor="ctr"/>
          <a:lstStyle>
            <a:lvl1pPr marL="214313" indent="-214313">
              <a:buFont typeface="Segoe UI" panose="020B0502040204020203" pitchFamily="34" charset="0"/>
              <a:buChar char="›"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31" name="Espace réservé du texte 5"/>
          <p:cNvSpPr>
            <a:spLocks noGrp="1"/>
          </p:cNvSpPr>
          <p:nvPr>
            <p:ph type="body" sz="quarter" idx="23" hasCustomPrompt="1"/>
          </p:nvPr>
        </p:nvSpPr>
        <p:spPr>
          <a:xfrm>
            <a:off x="1279263" y="3978059"/>
            <a:ext cx="2931226" cy="483138"/>
          </a:xfrm>
        </p:spPr>
        <p:txBody>
          <a:bodyPr anchor="ctr"/>
          <a:lstStyle>
            <a:lvl1pPr marL="214313" indent="-214313">
              <a:buFont typeface="Segoe UI" panose="020B0502040204020203" pitchFamily="34" charset="0"/>
              <a:buChar char="›"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24" hasCustomPrompt="1"/>
          </p:nvPr>
        </p:nvSpPr>
        <p:spPr>
          <a:xfrm>
            <a:off x="377477" y="1199600"/>
            <a:ext cx="590550" cy="427435"/>
          </a:xfrm>
        </p:spPr>
        <p:txBody>
          <a:bodyPr/>
          <a:lstStyle>
            <a:lvl1pPr marL="0" indent="0" algn="ctr">
              <a:buNone/>
              <a:defRPr sz="2700">
                <a:latin typeface="+mj-lt"/>
              </a:defRPr>
            </a:lvl1pPr>
            <a:lvl2pPr marL="202406" indent="0">
              <a:buNone/>
              <a:defRPr sz="3750">
                <a:latin typeface="+mj-lt"/>
              </a:defRPr>
            </a:lvl2pPr>
            <a:lvl3pPr marL="433388" indent="0">
              <a:buNone/>
              <a:defRPr sz="3750">
                <a:latin typeface="+mj-lt"/>
              </a:defRPr>
            </a:lvl3pPr>
            <a:lvl4pPr marL="554831" indent="0">
              <a:buFont typeface="Arial" panose="020B0604020202020204" pitchFamily="34" charset="0"/>
              <a:buNone/>
              <a:defRPr sz="3750">
                <a:latin typeface="+mj-lt"/>
              </a:defRPr>
            </a:lvl4pPr>
            <a:lvl5pPr marL="1371600" indent="0">
              <a:buFont typeface="Arial" panose="020B0604020202020204" pitchFamily="34" charset="0"/>
              <a:buNone/>
              <a:defRPr sz="3750">
                <a:latin typeface="+mj-lt"/>
              </a:defRPr>
            </a:lvl5pPr>
          </a:lstStyle>
          <a:p>
            <a:pPr lvl="0"/>
            <a:r>
              <a:rPr lang="fr-FR" dirty="0"/>
              <a:t>01</a:t>
            </a:r>
          </a:p>
        </p:txBody>
      </p:sp>
      <p:sp>
        <p:nvSpPr>
          <p:cNvPr id="46" name="Espace réservé du contenu 7"/>
          <p:cNvSpPr>
            <a:spLocks noGrp="1"/>
          </p:cNvSpPr>
          <p:nvPr>
            <p:ph sz="quarter" idx="28"/>
          </p:nvPr>
        </p:nvSpPr>
        <p:spPr>
          <a:xfrm>
            <a:off x="4901106" y="3441708"/>
            <a:ext cx="590550" cy="427435"/>
          </a:xfrm>
        </p:spPr>
        <p:txBody>
          <a:bodyPr/>
          <a:lstStyle>
            <a:lvl1pPr marL="0" indent="0" algn="ctr">
              <a:buNone/>
              <a:defRPr sz="2700">
                <a:latin typeface="+mj-lt"/>
              </a:defRPr>
            </a:lvl1pPr>
            <a:lvl2pPr marL="202406" indent="0">
              <a:buNone/>
              <a:defRPr sz="3750">
                <a:latin typeface="+mj-lt"/>
              </a:defRPr>
            </a:lvl2pPr>
            <a:lvl3pPr marL="433388" indent="0">
              <a:buNone/>
              <a:defRPr sz="3750">
                <a:latin typeface="+mj-lt"/>
              </a:defRPr>
            </a:lvl3pPr>
            <a:lvl4pPr marL="554831" indent="0">
              <a:buFont typeface="Arial" panose="020B0604020202020204" pitchFamily="34" charset="0"/>
              <a:buNone/>
              <a:defRPr sz="3750">
                <a:latin typeface="+mj-lt"/>
              </a:defRPr>
            </a:lvl4pPr>
            <a:lvl5pPr marL="1371600" indent="0">
              <a:buFont typeface="Arial" panose="020B0604020202020204" pitchFamily="34" charset="0"/>
              <a:buNone/>
              <a:defRPr sz="375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7" name="Espace réservé du contenu 7"/>
          <p:cNvSpPr>
            <a:spLocks noGrp="1"/>
          </p:cNvSpPr>
          <p:nvPr>
            <p:ph sz="quarter" idx="29"/>
          </p:nvPr>
        </p:nvSpPr>
        <p:spPr>
          <a:xfrm>
            <a:off x="4901106" y="2316675"/>
            <a:ext cx="590550" cy="427435"/>
          </a:xfrm>
        </p:spPr>
        <p:txBody>
          <a:bodyPr/>
          <a:lstStyle>
            <a:lvl1pPr marL="0" indent="0" algn="ctr">
              <a:buNone/>
              <a:defRPr sz="2700">
                <a:latin typeface="+mj-lt"/>
              </a:defRPr>
            </a:lvl1pPr>
            <a:lvl2pPr marL="202406" indent="0">
              <a:buNone/>
              <a:defRPr sz="3750">
                <a:latin typeface="+mj-lt"/>
              </a:defRPr>
            </a:lvl2pPr>
            <a:lvl3pPr marL="433388" indent="0">
              <a:buNone/>
              <a:defRPr sz="3750">
                <a:latin typeface="+mj-lt"/>
              </a:defRPr>
            </a:lvl3pPr>
            <a:lvl4pPr marL="554831" indent="0">
              <a:buFont typeface="Arial" panose="020B0604020202020204" pitchFamily="34" charset="0"/>
              <a:buNone/>
              <a:defRPr sz="3750">
                <a:latin typeface="+mj-lt"/>
              </a:defRPr>
            </a:lvl4pPr>
            <a:lvl5pPr marL="1371600" indent="0">
              <a:buFont typeface="Arial" panose="020B0604020202020204" pitchFamily="34" charset="0"/>
              <a:buNone/>
              <a:defRPr sz="375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8" name="Espace réservé du texte 14"/>
          <p:cNvSpPr>
            <a:spLocks noGrp="1"/>
          </p:cNvSpPr>
          <p:nvPr>
            <p:ph type="body" sz="quarter" idx="30" hasCustomPrompt="1"/>
          </p:nvPr>
        </p:nvSpPr>
        <p:spPr>
          <a:xfrm>
            <a:off x="5802893" y="1146307"/>
            <a:ext cx="1902524" cy="532082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333375" indent="-130969">
              <a:buFont typeface="Browallia New" panose="020B0604020202020204" pitchFamily="34" charset="-34"/>
              <a:buChar char="›"/>
              <a:defRPr sz="1200">
                <a:latin typeface="+mn-lt"/>
                <a:cs typeface="Browallia New" panose="020B0604020202020204" pitchFamily="34" charset="-34"/>
              </a:defRPr>
            </a:lvl2pPr>
            <a:lvl3pPr marL="604838" indent="-171450">
              <a:defRPr sz="1050">
                <a:latin typeface="+mn-lt"/>
                <a:cs typeface="Browallia New" panose="020B0604020202020204" pitchFamily="34" charset="-34"/>
              </a:defRPr>
            </a:lvl3pPr>
            <a:lvl4pPr marL="735806" indent="-180975">
              <a:buFont typeface="Calibri" panose="020F0502020204030204" pitchFamily="34" charset="0"/>
              <a:buChar char="−"/>
              <a:defRPr sz="1050">
                <a:latin typeface="+mn-lt"/>
                <a:cs typeface="Browallia New" panose="020B0604020202020204" pitchFamily="34" charset="-34"/>
              </a:defRPr>
            </a:lvl4pPr>
            <a:lvl5pPr marL="938213" indent="-171450">
              <a:buFont typeface="Calibri" panose="020F0502020204030204" pitchFamily="34" charset="0"/>
              <a:buChar char="−"/>
              <a:defRPr sz="15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9" name="Espace réservé du texte 14"/>
          <p:cNvSpPr>
            <a:spLocks noGrp="1"/>
          </p:cNvSpPr>
          <p:nvPr>
            <p:ph type="body" sz="quarter" idx="31" hasCustomPrompt="1"/>
          </p:nvPr>
        </p:nvSpPr>
        <p:spPr>
          <a:xfrm>
            <a:off x="5802892" y="2291781"/>
            <a:ext cx="1902524" cy="532082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333375" indent="-130969">
              <a:buFont typeface="Browallia New" panose="020B0604020202020204" pitchFamily="34" charset="-34"/>
              <a:buChar char="›"/>
              <a:defRPr sz="1200">
                <a:latin typeface="+mn-lt"/>
                <a:cs typeface="Browallia New" panose="020B0604020202020204" pitchFamily="34" charset="-34"/>
              </a:defRPr>
            </a:lvl2pPr>
            <a:lvl3pPr marL="604838" indent="-171450">
              <a:defRPr sz="1050">
                <a:latin typeface="+mn-lt"/>
                <a:cs typeface="Browallia New" panose="020B0604020202020204" pitchFamily="34" charset="-34"/>
              </a:defRPr>
            </a:lvl3pPr>
            <a:lvl4pPr marL="735806" indent="-180975">
              <a:buFont typeface="Calibri" panose="020F0502020204030204" pitchFamily="34" charset="0"/>
              <a:buChar char="−"/>
              <a:defRPr sz="1050">
                <a:latin typeface="+mn-lt"/>
                <a:cs typeface="Browallia New" panose="020B0604020202020204" pitchFamily="34" charset="-34"/>
              </a:defRPr>
            </a:lvl4pPr>
            <a:lvl5pPr marL="938213" indent="-171450">
              <a:buFont typeface="Calibri" panose="020F0502020204030204" pitchFamily="34" charset="0"/>
              <a:buChar char="−"/>
              <a:defRPr sz="15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50" name="Espace réservé du texte 14"/>
          <p:cNvSpPr>
            <a:spLocks noGrp="1"/>
          </p:cNvSpPr>
          <p:nvPr>
            <p:ph type="body" sz="quarter" idx="32" hasCustomPrompt="1"/>
          </p:nvPr>
        </p:nvSpPr>
        <p:spPr>
          <a:xfrm>
            <a:off x="5802892" y="3436300"/>
            <a:ext cx="1902524" cy="532082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333375" indent="-130969">
              <a:buFont typeface="Browallia New" panose="020B0604020202020204" pitchFamily="34" charset="-34"/>
              <a:buChar char="›"/>
              <a:defRPr sz="1200">
                <a:latin typeface="+mn-lt"/>
                <a:cs typeface="Browallia New" panose="020B0604020202020204" pitchFamily="34" charset="-34"/>
              </a:defRPr>
            </a:lvl2pPr>
            <a:lvl3pPr marL="604838" indent="-171450">
              <a:defRPr sz="1050">
                <a:latin typeface="+mn-lt"/>
                <a:cs typeface="Browallia New" panose="020B0604020202020204" pitchFamily="34" charset="-34"/>
              </a:defRPr>
            </a:lvl3pPr>
            <a:lvl4pPr marL="735806" indent="-180975">
              <a:buFont typeface="Calibri" panose="020F0502020204030204" pitchFamily="34" charset="0"/>
              <a:buChar char="−"/>
              <a:defRPr sz="1050">
                <a:latin typeface="+mn-lt"/>
                <a:cs typeface="Browallia New" panose="020B0604020202020204" pitchFamily="34" charset="-34"/>
              </a:defRPr>
            </a:lvl4pPr>
            <a:lvl5pPr marL="938213" indent="-171450">
              <a:buFont typeface="Calibri" panose="020F0502020204030204" pitchFamily="34" charset="0"/>
              <a:buChar char="−"/>
              <a:defRPr sz="15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51" name="Espace réservé du texte 5"/>
          <p:cNvSpPr>
            <a:spLocks noGrp="1"/>
          </p:cNvSpPr>
          <p:nvPr>
            <p:ph type="body" sz="quarter" idx="33" hasCustomPrompt="1"/>
          </p:nvPr>
        </p:nvSpPr>
        <p:spPr>
          <a:xfrm>
            <a:off x="5802893" y="1701512"/>
            <a:ext cx="2931226" cy="483138"/>
          </a:xfrm>
        </p:spPr>
        <p:txBody>
          <a:bodyPr anchor="ctr"/>
          <a:lstStyle>
            <a:lvl1pPr marL="214313" indent="-214313">
              <a:buFont typeface="Segoe UI" panose="020B0502040204020203" pitchFamily="34" charset="0"/>
              <a:buChar char="›"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52" name="Espace réservé du texte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2893" y="2834705"/>
            <a:ext cx="2931226" cy="483138"/>
          </a:xfrm>
        </p:spPr>
        <p:txBody>
          <a:bodyPr anchor="ctr"/>
          <a:lstStyle>
            <a:lvl1pPr marL="214313" indent="-214313">
              <a:buFont typeface="Segoe UI" panose="020B0502040204020203" pitchFamily="34" charset="0"/>
              <a:buChar char="›"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53" name="Espace réservé du texte 5"/>
          <p:cNvSpPr>
            <a:spLocks noGrp="1"/>
          </p:cNvSpPr>
          <p:nvPr>
            <p:ph type="body" sz="quarter" idx="35" hasCustomPrompt="1"/>
          </p:nvPr>
        </p:nvSpPr>
        <p:spPr>
          <a:xfrm>
            <a:off x="5802892" y="3978059"/>
            <a:ext cx="2931226" cy="483138"/>
          </a:xfrm>
        </p:spPr>
        <p:txBody>
          <a:bodyPr anchor="ctr"/>
          <a:lstStyle>
            <a:lvl1pPr marL="214313" indent="-214313">
              <a:buFont typeface="Segoe UI" panose="020B0502040204020203" pitchFamily="34" charset="0"/>
              <a:buChar char="›"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54" name="Espace réservé du contenu 7"/>
          <p:cNvSpPr>
            <a:spLocks noGrp="1"/>
          </p:cNvSpPr>
          <p:nvPr>
            <p:ph sz="quarter" idx="36"/>
          </p:nvPr>
        </p:nvSpPr>
        <p:spPr>
          <a:xfrm>
            <a:off x="4901106" y="1199600"/>
            <a:ext cx="590550" cy="427435"/>
          </a:xfrm>
        </p:spPr>
        <p:txBody>
          <a:bodyPr/>
          <a:lstStyle>
            <a:lvl1pPr marL="0" indent="0" algn="ctr">
              <a:buNone/>
              <a:defRPr sz="2700">
                <a:latin typeface="+mj-lt"/>
              </a:defRPr>
            </a:lvl1pPr>
            <a:lvl2pPr marL="202406" indent="0">
              <a:buNone/>
              <a:defRPr sz="3750">
                <a:latin typeface="+mj-lt"/>
              </a:defRPr>
            </a:lvl2pPr>
            <a:lvl3pPr marL="433388" indent="0">
              <a:buNone/>
              <a:defRPr sz="3750">
                <a:latin typeface="+mj-lt"/>
              </a:defRPr>
            </a:lvl3pPr>
            <a:lvl4pPr marL="554831" indent="0">
              <a:buFont typeface="Arial" panose="020B0604020202020204" pitchFamily="34" charset="0"/>
              <a:buNone/>
              <a:defRPr sz="3750">
                <a:latin typeface="+mj-lt"/>
              </a:defRPr>
            </a:lvl4pPr>
            <a:lvl5pPr marL="1371600" indent="0">
              <a:buFont typeface="Arial" panose="020B0604020202020204" pitchFamily="34" charset="0"/>
              <a:buNone/>
              <a:defRPr sz="375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97310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Titr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5"/>
          <a:stretch/>
        </p:blipFill>
        <p:spPr>
          <a:xfrm>
            <a:off x="0" y="3030279"/>
            <a:ext cx="9144000" cy="2113221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3668800" y="1742836"/>
            <a:ext cx="5037594" cy="64889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pic>
        <p:nvPicPr>
          <p:cNvPr id="3" name="Image 2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9" t="7916"/>
          <a:stretch/>
        </p:blipFill>
        <p:spPr>
          <a:xfrm>
            <a:off x="130360" y="106227"/>
            <a:ext cx="3496970" cy="2900002"/>
          </a:xfrm>
          <a:prstGeom prst="rect">
            <a:avLst/>
          </a:prstGeom>
        </p:spPr>
      </p:pic>
      <p:sp>
        <p:nvSpPr>
          <p:cNvPr id="12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6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3668800" y="3344549"/>
            <a:ext cx="5037594" cy="846128"/>
          </a:xfrm>
        </p:spPr>
        <p:txBody>
          <a:bodyPr/>
          <a:lstStyle>
            <a:lvl1pPr marL="0" indent="0">
              <a:buNone/>
              <a:defRPr sz="2100">
                <a:solidFill>
                  <a:schemeClr val="bg1"/>
                </a:solidFill>
                <a:latin typeface="+mn-lt"/>
              </a:defRPr>
            </a:lvl1pPr>
            <a:lvl2pPr marL="202406" indent="0">
              <a:buNone/>
              <a:defRPr sz="1500">
                <a:solidFill>
                  <a:schemeClr val="bg1"/>
                </a:solidFill>
                <a:latin typeface="+mn-lt"/>
              </a:defRPr>
            </a:lvl2pPr>
            <a:lvl3pPr>
              <a:defRPr sz="1350">
                <a:solidFill>
                  <a:schemeClr val="bg1"/>
                </a:solidFill>
                <a:latin typeface="+mn-lt"/>
              </a:defRPr>
            </a:lvl3pPr>
            <a:lvl4pPr>
              <a:defRPr sz="135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0184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Titr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5"/>
          <a:stretch/>
        </p:blipFill>
        <p:spPr>
          <a:xfrm>
            <a:off x="0" y="3030279"/>
            <a:ext cx="9144000" cy="2113221"/>
          </a:xfrm>
          <a:prstGeom prst="rect">
            <a:avLst/>
          </a:prstGeom>
        </p:spPr>
      </p:pic>
      <p:sp>
        <p:nvSpPr>
          <p:cNvPr id="20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6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3" name="Titre 1"/>
          <p:cNvSpPr>
            <a:spLocks noGrp="1"/>
          </p:cNvSpPr>
          <p:nvPr>
            <p:ph type="title"/>
          </p:nvPr>
        </p:nvSpPr>
        <p:spPr>
          <a:xfrm>
            <a:off x="3668800" y="1742836"/>
            <a:ext cx="5037594" cy="64889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5" name="Espace réservé du numéro de diapositive 2"/>
          <p:cNvSpPr txBox="1">
            <a:spLocks/>
          </p:cNvSpPr>
          <p:nvPr userDrawn="1"/>
        </p:nvSpPr>
        <p:spPr>
          <a:xfrm>
            <a:off x="8436394" y="4805046"/>
            <a:ext cx="540000" cy="273844"/>
          </a:xfrm>
          <a:prstGeom prst="rect">
            <a:avLst/>
          </a:prstGeom>
        </p:spPr>
        <p:txBody>
          <a:bodyPr lIns="0" tIns="81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4FEB08F-923E-484A-9FC5-0AA7BDA29BD6}" type="slidenum">
              <a:rPr lang="fr-FR" sz="900" smtClean="0"/>
              <a:pPr>
                <a:defRPr/>
              </a:pPr>
              <a:t>‹N°›</a:t>
            </a:fld>
            <a:endParaRPr lang="fr-FR" sz="900" dirty="0"/>
          </a:p>
        </p:txBody>
      </p:sp>
      <p:sp>
        <p:nvSpPr>
          <p:cNvPr id="27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3668800" y="3344549"/>
            <a:ext cx="5037594" cy="846128"/>
          </a:xfrm>
        </p:spPr>
        <p:txBody>
          <a:bodyPr/>
          <a:lstStyle>
            <a:lvl1pPr marL="0" indent="0">
              <a:buNone/>
              <a:defRPr sz="2100">
                <a:solidFill>
                  <a:schemeClr val="bg1"/>
                </a:solidFill>
                <a:latin typeface="+mn-lt"/>
              </a:defRPr>
            </a:lvl1pPr>
            <a:lvl2pPr marL="202406" indent="0">
              <a:buNone/>
              <a:defRPr sz="1500">
                <a:solidFill>
                  <a:schemeClr val="bg1"/>
                </a:solidFill>
                <a:latin typeface="+mn-lt"/>
              </a:defRPr>
            </a:lvl2pPr>
            <a:lvl3pPr>
              <a:defRPr sz="1350">
                <a:solidFill>
                  <a:schemeClr val="bg1"/>
                </a:solidFill>
                <a:latin typeface="+mn-lt"/>
              </a:defRPr>
            </a:lvl3pPr>
            <a:lvl4pPr>
              <a:defRPr sz="135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3" y="7219"/>
            <a:ext cx="2907140" cy="2903372"/>
          </a:xfrm>
          <a:prstGeom prst="rect">
            <a:avLst/>
          </a:prstGeom>
        </p:spPr>
      </p:pic>
      <p:sp>
        <p:nvSpPr>
          <p:cNvPr id="10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5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5"/>
          <a:stretch/>
        </p:blipFill>
        <p:spPr>
          <a:xfrm>
            <a:off x="0" y="3030279"/>
            <a:ext cx="9144000" cy="2113221"/>
          </a:xfrm>
          <a:prstGeom prst="rect">
            <a:avLst/>
          </a:prstGeom>
        </p:spPr>
      </p:pic>
      <p:sp>
        <p:nvSpPr>
          <p:cNvPr id="19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6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3668800" y="1742836"/>
            <a:ext cx="5037594" cy="64889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3" name="Espace réservé du numéro de diapositive 2"/>
          <p:cNvSpPr txBox="1">
            <a:spLocks/>
          </p:cNvSpPr>
          <p:nvPr userDrawn="1"/>
        </p:nvSpPr>
        <p:spPr>
          <a:xfrm>
            <a:off x="8436394" y="4805046"/>
            <a:ext cx="540000" cy="273844"/>
          </a:xfrm>
          <a:prstGeom prst="rect">
            <a:avLst/>
          </a:prstGeom>
        </p:spPr>
        <p:txBody>
          <a:bodyPr lIns="0" tIns="81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4FEB08F-923E-484A-9FC5-0AA7BDA29BD6}" type="slidenum">
              <a:rPr lang="fr-FR" sz="900" smtClean="0"/>
              <a:pPr>
                <a:defRPr/>
              </a:pPr>
              <a:t>‹N°›</a:t>
            </a:fld>
            <a:endParaRPr lang="fr-FR" sz="900" dirty="0"/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3668800" y="3344549"/>
            <a:ext cx="5037594" cy="846128"/>
          </a:xfrm>
        </p:spPr>
        <p:txBody>
          <a:bodyPr/>
          <a:lstStyle>
            <a:lvl1pPr marL="0" indent="0">
              <a:buNone/>
              <a:defRPr sz="2100">
                <a:solidFill>
                  <a:schemeClr val="bg1"/>
                </a:solidFill>
                <a:latin typeface="+mn-lt"/>
              </a:defRPr>
            </a:lvl1pPr>
            <a:lvl2pPr marL="202406" indent="0">
              <a:buNone/>
              <a:defRPr sz="1500">
                <a:solidFill>
                  <a:schemeClr val="bg1"/>
                </a:solidFill>
                <a:latin typeface="+mn-lt"/>
              </a:defRPr>
            </a:lvl2pPr>
            <a:lvl3pPr>
              <a:defRPr sz="1350">
                <a:solidFill>
                  <a:schemeClr val="bg1"/>
                </a:solidFill>
                <a:latin typeface="+mn-lt"/>
              </a:defRPr>
            </a:lvl3pPr>
            <a:lvl4pPr>
              <a:defRPr sz="135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pic>
        <p:nvPicPr>
          <p:cNvPr id="3" name="Image 2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28" y="123539"/>
            <a:ext cx="2583600" cy="2639428"/>
          </a:xfrm>
          <a:prstGeom prst="rect">
            <a:avLst/>
          </a:prstGeom>
        </p:spPr>
      </p:pic>
      <p:sp>
        <p:nvSpPr>
          <p:cNvPr id="10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50487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Titre-Dig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5"/>
          <a:stretch/>
        </p:blipFill>
        <p:spPr>
          <a:xfrm>
            <a:off x="0" y="3030279"/>
            <a:ext cx="9144000" cy="2113221"/>
          </a:xfrm>
          <a:prstGeom prst="rect">
            <a:avLst/>
          </a:prstGeom>
        </p:spPr>
      </p:pic>
      <p:sp>
        <p:nvSpPr>
          <p:cNvPr id="19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6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3668800" y="1742836"/>
            <a:ext cx="5037594" cy="64889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3" name="Espace réservé du numéro de diapositive 2"/>
          <p:cNvSpPr txBox="1">
            <a:spLocks/>
          </p:cNvSpPr>
          <p:nvPr userDrawn="1"/>
        </p:nvSpPr>
        <p:spPr>
          <a:xfrm>
            <a:off x="8436394" y="4805046"/>
            <a:ext cx="540000" cy="273844"/>
          </a:xfrm>
          <a:prstGeom prst="rect">
            <a:avLst/>
          </a:prstGeom>
        </p:spPr>
        <p:txBody>
          <a:bodyPr lIns="0" tIns="81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4FEB08F-923E-484A-9FC5-0AA7BDA29BD6}" type="slidenum">
              <a:rPr lang="fr-FR" sz="900" smtClean="0"/>
              <a:pPr>
                <a:defRPr/>
              </a:pPr>
              <a:t>‹N°›</a:t>
            </a:fld>
            <a:endParaRPr lang="fr-FR" sz="900" dirty="0"/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3668800" y="3344549"/>
            <a:ext cx="5037594" cy="846128"/>
          </a:xfrm>
        </p:spPr>
        <p:txBody>
          <a:bodyPr/>
          <a:lstStyle>
            <a:lvl1pPr marL="0" indent="0">
              <a:buNone/>
              <a:defRPr sz="2100">
                <a:solidFill>
                  <a:schemeClr val="bg1"/>
                </a:solidFill>
                <a:latin typeface="+mn-lt"/>
              </a:defRPr>
            </a:lvl1pPr>
            <a:lvl2pPr marL="202406" indent="0">
              <a:buNone/>
              <a:defRPr sz="1500">
                <a:solidFill>
                  <a:schemeClr val="bg1"/>
                </a:solidFill>
                <a:latin typeface="+mn-lt"/>
              </a:defRPr>
            </a:lvl2pPr>
            <a:lvl3pPr>
              <a:defRPr sz="1350">
                <a:solidFill>
                  <a:schemeClr val="bg1"/>
                </a:solidFill>
                <a:latin typeface="+mn-lt"/>
              </a:defRPr>
            </a:lvl3pPr>
            <a:lvl4pPr>
              <a:defRPr sz="135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pic>
        <p:nvPicPr>
          <p:cNvPr id="3" name="Image 2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21" y="247818"/>
            <a:ext cx="3137314" cy="2639428"/>
          </a:xfrm>
          <a:prstGeom prst="rect">
            <a:avLst/>
          </a:prstGeom>
        </p:spPr>
      </p:pic>
      <p:sp>
        <p:nvSpPr>
          <p:cNvPr id="10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52641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Titre-Cy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5"/>
          <a:stretch/>
        </p:blipFill>
        <p:spPr>
          <a:xfrm>
            <a:off x="0" y="3030279"/>
            <a:ext cx="9144000" cy="2113221"/>
          </a:xfrm>
          <a:prstGeom prst="rect">
            <a:avLst/>
          </a:prstGeom>
        </p:spPr>
      </p:pic>
      <p:sp>
        <p:nvSpPr>
          <p:cNvPr id="19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6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3668800" y="1742836"/>
            <a:ext cx="5037594" cy="64889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3" name="Espace réservé du numéro de diapositive 2"/>
          <p:cNvSpPr txBox="1">
            <a:spLocks/>
          </p:cNvSpPr>
          <p:nvPr userDrawn="1"/>
        </p:nvSpPr>
        <p:spPr>
          <a:xfrm>
            <a:off x="8436394" y="4805046"/>
            <a:ext cx="540000" cy="273844"/>
          </a:xfrm>
          <a:prstGeom prst="rect">
            <a:avLst/>
          </a:prstGeom>
        </p:spPr>
        <p:txBody>
          <a:bodyPr lIns="0" tIns="81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4FEB08F-923E-484A-9FC5-0AA7BDA29BD6}" type="slidenum">
              <a:rPr lang="fr-FR" sz="900" smtClean="0"/>
              <a:pPr>
                <a:defRPr/>
              </a:pPr>
              <a:t>‹N°›</a:t>
            </a:fld>
            <a:endParaRPr lang="fr-FR" sz="900" dirty="0"/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3668800" y="3344549"/>
            <a:ext cx="5037594" cy="846128"/>
          </a:xfrm>
        </p:spPr>
        <p:txBody>
          <a:bodyPr/>
          <a:lstStyle>
            <a:lvl1pPr marL="0" indent="0">
              <a:buNone/>
              <a:defRPr sz="2100">
                <a:solidFill>
                  <a:schemeClr val="bg1"/>
                </a:solidFill>
                <a:latin typeface="+mn-lt"/>
              </a:defRPr>
            </a:lvl1pPr>
            <a:lvl2pPr marL="202406" indent="0">
              <a:buNone/>
              <a:defRPr sz="1500">
                <a:solidFill>
                  <a:schemeClr val="bg1"/>
                </a:solidFill>
                <a:latin typeface="+mn-lt"/>
              </a:defRPr>
            </a:lvl2pPr>
            <a:lvl3pPr>
              <a:defRPr sz="1350">
                <a:solidFill>
                  <a:schemeClr val="bg1"/>
                </a:solidFill>
                <a:latin typeface="+mn-lt"/>
              </a:defRPr>
            </a:lvl3pPr>
            <a:lvl4pPr>
              <a:defRPr sz="135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86" y="87757"/>
            <a:ext cx="3002463" cy="2903371"/>
          </a:xfrm>
          <a:prstGeom prst="rect">
            <a:avLst/>
          </a:prstGeom>
        </p:spPr>
      </p:pic>
      <p:sp>
        <p:nvSpPr>
          <p:cNvPr id="11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4199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Titre-Graphè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5"/>
          <a:stretch/>
        </p:blipFill>
        <p:spPr>
          <a:xfrm>
            <a:off x="0" y="3030279"/>
            <a:ext cx="9144000" cy="2113221"/>
          </a:xfrm>
          <a:prstGeom prst="rect">
            <a:avLst/>
          </a:prstGeom>
        </p:spPr>
      </p:pic>
      <p:sp>
        <p:nvSpPr>
          <p:cNvPr id="19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6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3668800" y="1742836"/>
            <a:ext cx="5037594" cy="64889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3" name="Espace réservé du numéro de diapositive 2"/>
          <p:cNvSpPr txBox="1">
            <a:spLocks/>
          </p:cNvSpPr>
          <p:nvPr userDrawn="1"/>
        </p:nvSpPr>
        <p:spPr>
          <a:xfrm>
            <a:off x="8436394" y="4805046"/>
            <a:ext cx="540000" cy="273844"/>
          </a:xfrm>
          <a:prstGeom prst="rect">
            <a:avLst/>
          </a:prstGeom>
        </p:spPr>
        <p:txBody>
          <a:bodyPr lIns="0" tIns="81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4FEB08F-923E-484A-9FC5-0AA7BDA29BD6}" type="slidenum">
              <a:rPr lang="fr-FR" sz="900" smtClean="0"/>
              <a:pPr>
                <a:defRPr/>
              </a:pPr>
              <a:t>‹N°›</a:t>
            </a:fld>
            <a:endParaRPr lang="fr-FR" sz="900" dirty="0"/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3668800" y="3344549"/>
            <a:ext cx="5037594" cy="846128"/>
          </a:xfrm>
        </p:spPr>
        <p:txBody>
          <a:bodyPr/>
          <a:lstStyle>
            <a:lvl1pPr marL="0" indent="0">
              <a:buNone/>
              <a:defRPr sz="2100">
                <a:solidFill>
                  <a:schemeClr val="bg1"/>
                </a:solidFill>
                <a:latin typeface="+mn-lt"/>
              </a:defRPr>
            </a:lvl1pPr>
            <a:lvl2pPr marL="202406" indent="0">
              <a:buNone/>
              <a:defRPr sz="1500">
                <a:solidFill>
                  <a:schemeClr val="bg1"/>
                </a:solidFill>
                <a:latin typeface="+mn-lt"/>
              </a:defRPr>
            </a:lvl2pPr>
            <a:lvl3pPr>
              <a:defRPr sz="1350">
                <a:solidFill>
                  <a:schemeClr val="bg1"/>
                </a:solidFill>
                <a:latin typeface="+mn-lt"/>
              </a:defRPr>
            </a:lvl3pPr>
            <a:lvl4pPr>
              <a:defRPr sz="135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384"/>
            <a:ext cx="3102061" cy="2843159"/>
          </a:xfrm>
          <a:prstGeom prst="rect">
            <a:avLst/>
          </a:prstGeom>
        </p:spPr>
      </p:pic>
      <p:sp>
        <p:nvSpPr>
          <p:cNvPr id="10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2099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3933" y="140662"/>
            <a:ext cx="8364781" cy="648890"/>
          </a:xfrm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395537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395537" y="1176338"/>
            <a:ext cx="8352928" cy="3350419"/>
          </a:xfrm>
        </p:spPr>
        <p:txBody>
          <a:bodyPr/>
          <a:lstStyle>
            <a:lvl1pPr marL="214313" indent="-214313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35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 sz="12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 sz="1050">
                <a:solidFill>
                  <a:schemeClr val="tx1"/>
                </a:solidFill>
              </a:defRPr>
            </a:lvl3pPr>
            <a:lvl4pPr marL="873919" indent="-214313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Segoe UI" panose="020B0502040204020203" pitchFamily="34" charset="0"/>
              <a:buChar char="‑"/>
              <a:defRPr sz="1050"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8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6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85432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pour une image  5"/>
          <p:cNvSpPr>
            <a:spLocks noGrp="1"/>
          </p:cNvSpPr>
          <p:nvPr>
            <p:ph type="pic" sz="quarter" idx="12"/>
          </p:nvPr>
        </p:nvSpPr>
        <p:spPr>
          <a:xfrm>
            <a:off x="4637943" y="1172982"/>
            <a:ext cx="4506058" cy="3338081"/>
          </a:xfrm>
          <a:ln w="19050">
            <a:noFill/>
          </a:ln>
        </p:spPr>
        <p:txBody>
          <a:bodyPr tIns="468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8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383932" y="1172982"/>
            <a:ext cx="4116632" cy="3338081"/>
          </a:xfrm>
          <a:ln w="19050">
            <a:noFill/>
          </a:ln>
        </p:spPr>
        <p:txBody>
          <a:bodyPr tIns="46800"/>
          <a:lstStyle>
            <a:lvl1pPr marL="214313" indent="-214313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35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333375" indent="-130969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Browallia New" panose="020B0604020202020204" pitchFamily="34" charset="-34"/>
              <a:buChar char="›"/>
              <a:defRPr sz="12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 marL="604838" indent="-17145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 sz="105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 marL="735806" indent="-180975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Calibri" panose="020F0502020204030204" pitchFamily="34" charset="0"/>
              <a:buChar char="−"/>
              <a:defRPr sz="105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  <a:lvl5pPr marL="938213" indent="-171450">
              <a:buFont typeface="Calibri" panose="020F0502020204030204" pitchFamily="34" charset="0"/>
              <a:buChar char="−"/>
              <a:defRPr sz="15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cxnSp>
        <p:nvCxnSpPr>
          <p:cNvPr id="9" name="Connecteur droit 8"/>
          <p:cNvCxnSpPr/>
          <p:nvPr userDrawn="1"/>
        </p:nvCxnSpPr>
        <p:spPr>
          <a:xfrm>
            <a:off x="395537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383933" y="140662"/>
            <a:ext cx="8364781" cy="648890"/>
          </a:xfrm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0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6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contenu 2"/>
          <p:cNvSpPr>
            <a:spLocks noGrp="1"/>
          </p:cNvSpPr>
          <p:nvPr>
            <p:ph sz="quarter" idx="15"/>
          </p:nvPr>
        </p:nvSpPr>
        <p:spPr>
          <a:xfrm>
            <a:off x="4637944" y="4511279"/>
            <a:ext cx="4110521" cy="275201"/>
          </a:xfrm>
        </p:spPr>
        <p:txBody>
          <a:bodyPr/>
          <a:lstStyle>
            <a:lvl1pPr marL="0" indent="0" algn="r">
              <a:buNone/>
              <a:defRPr sz="900" i="1"/>
            </a:lvl1pPr>
            <a:lvl2pPr>
              <a:defRPr sz="1050" i="1"/>
            </a:lvl2pPr>
            <a:lvl3pPr>
              <a:defRPr sz="900" i="1"/>
            </a:lvl3pPr>
            <a:lvl4pPr>
              <a:buFont typeface="Arial" panose="020B0604020202020204" pitchFamily="34" charset="0"/>
              <a:buChar char="•"/>
              <a:defRPr sz="900" i="1"/>
            </a:lvl4pPr>
            <a:lvl5pPr marL="1585913" indent="-214313">
              <a:buFont typeface="Arial" panose="020B0604020202020204" pitchFamily="34" charset="0"/>
              <a:buChar char="•"/>
              <a:defRPr sz="1350" i="1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1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2697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 -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10" name="Connecteur droit 9"/>
          <p:cNvCxnSpPr/>
          <p:nvPr userDrawn="1"/>
        </p:nvCxnSpPr>
        <p:spPr>
          <a:xfrm>
            <a:off x="395537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383932" y="1172982"/>
            <a:ext cx="4116632" cy="3338081"/>
          </a:xfrm>
        </p:spPr>
        <p:txBody>
          <a:bodyPr/>
          <a:lstStyle>
            <a:lvl1pPr marL="214313" indent="-214313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35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333375" indent="-130969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Browallia New" panose="020B0604020202020204" pitchFamily="34" charset="-34"/>
              <a:buChar char="›"/>
              <a:defRPr sz="12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 marL="604838" indent="-17145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 sz="105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 marL="735806" indent="-180975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Calibri" panose="020F0502020204030204" pitchFamily="34" charset="0"/>
              <a:buChar char="−"/>
              <a:defRPr sz="105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  <a:lvl5pPr marL="938213" indent="-171450">
              <a:buFont typeface="Calibri" panose="020F0502020204030204" pitchFamily="34" charset="0"/>
              <a:buChar char="−"/>
              <a:defRPr sz="15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11" name="Espace réservé du contenu 2"/>
          <p:cNvSpPr>
            <a:spLocks noGrp="1"/>
          </p:cNvSpPr>
          <p:nvPr>
            <p:ph sz="quarter" idx="15"/>
          </p:nvPr>
        </p:nvSpPr>
        <p:spPr>
          <a:xfrm>
            <a:off x="4637944" y="4511279"/>
            <a:ext cx="4110521" cy="275201"/>
          </a:xfrm>
        </p:spPr>
        <p:txBody>
          <a:bodyPr/>
          <a:lstStyle>
            <a:lvl1pPr marL="0" indent="0" algn="r">
              <a:buNone/>
              <a:defRPr sz="900" i="1"/>
            </a:lvl1pPr>
            <a:lvl2pPr>
              <a:defRPr sz="1050" i="1"/>
            </a:lvl2pPr>
            <a:lvl3pPr>
              <a:defRPr sz="900" i="1"/>
            </a:lvl3pPr>
            <a:lvl4pPr>
              <a:buFont typeface="Arial" panose="020B0604020202020204" pitchFamily="34" charset="0"/>
              <a:buChar char="•"/>
              <a:defRPr sz="900" i="1"/>
            </a:lvl4pPr>
            <a:lvl5pPr marL="1585913" indent="-214313">
              <a:buFont typeface="Arial" panose="020B0604020202020204" pitchFamily="34" charset="0"/>
              <a:buChar char="•"/>
              <a:defRPr sz="1350" i="1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6"/>
          </p:nvPr>
        </p:nvSpPr>
        <p:spPr>
          <a:xfrm>
            <a:off x="4637485" y="1172766"/>
            <a:ext cx="4110980" cy="333851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13" indent="-214313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 lang="fr-FR" dirty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9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6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2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169404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5" name="Rectangle 14"/>
          <p:cNvSpPr/>
          <p:nvPr/>
        </p:nvSpPr>
        <p:spPr>
          <a:xfrm>
            <a:off x="1173622" y="1272429"/>
            <a:ext cx="1539404" cy="1588091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13">
              <a:effectLst/>
            </a:endParaRPr>
          </a:p>
        </p:txBody>
      </p:sp>
      <p:sp>
        <p:nvSpPr>
          <p:cNvPr id="17" name="Espace réservé du texte 11"/>
          <p:cNvSpPr>
            <a:spLocks noGrp="1"/>
          </p:cNvSpPr>
          <p:nvPr userDrawn="1">
            <p:ph type="body" sz="quarter" idx="17"/>
          </p:nvPr>
        </p:nvSpPr>
        <p:spPr>
          <a:xfrm>
            <a:off x="899407" y="3445467"/>
            <a:ext cx="2087835" cy="1034309"/>
          </a:xfrm>
          <a:noFill/>
        </p:spPr>
        <p:txBody>
          <a:bodyPr/>
          <a:lstStyle>
            <a:lvl1pPr marL="0" indent="0" algn="ctr">
              <a:buNone/>
              <a:def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35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8" name="Espace réservé pour une image  7"/>
          <p:cNvSpPr>
            <a:spLocks noGrp="1"/>
          </p:cNvSpPr>
          <p:nvPr userDrawn="1">
            <p:ph type="pic" sz="quarter" idx="12"/>
          </p:nvPr>
        </p:nvSpPr>
        <p:spPr>
          <a:xfrm>
            <a:off x="1336739" y="1167594"/>
            <a:ext cx="1485000" cy="1567629"/>
          </a:xfrm>
        </p:spPr>
        <p:txBody>
          <a:bodyPr/>
          <a:lstStyle>
            <a:lvl1pPr marL="0" indent="0">
              <a:buNone/>
              <a:defRPr sz="1050">
                <a:solidFill>
                  <a:schemeClr val="tx1"/>
                </a:solidFill>
                <a:latin typeface="Bodoni 72 Bold"/>
              </a:defRPr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20" name="Rectangle 19"/>
          <p:cNvSpPr/>
          <p:nvPr/>
        </p:nvSpPr>
        <p:spPr>
          <a:xfrm>
            <a:off x="3608114" y="1272429"/>
            <a:ext cx="1539404" cy="1588091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13">
              <a:effectLst/>
            </a:endParaRPr>
          </a:p>
        </p:txBody>
      </p:sp>
      <p:sp>
        <p:nvSpPr>
          <p:cNvPr id="22" name="Espace réservé pour une image  7"/>
          <p:cNvSpPr>
            <a:spLocks noGrp="1"/>
          </p:cNvSpPr>
          <p:nvPr userDrawn="1">
            <p:ph type="pic" sz="quarter" idx="18"/>
          </p:nvPr>
        </p:nvSpPr>
        <p:spPr>
          <a:xfrm>
            <a:off x="3773455" y="1165234"/>
            <a:ext cx="1485000" cy="1560161"/>
          </a:xfrm>
        </p:spPr>
        <p:txBody>
          <a:bodyPr/>
          <a:lstStyle>
            <a:lvl1pPr marL="0" indent="0">
              <a:buNone/>
              <a:defRPr sz="1050">
                <a:solidFill>
                  <a:schemeClr val="tx1"/>
                </a:solidFill>
                <a:latin typeface="Bodoni 72 Bold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4168" y="1276665"/>
            <a:ext cx="1539404" cy="1588091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13">
              <a:effectLst/>
            </a:endParaRPr>
          </a:p>
        </p:txBody>
      </p:sp>
      <p:sp>
        <p:nvSpPr>
          <p:cNvPr id="26" name="Espace réservé pour une image  7"/>
          <p:cNvSpPr>
            <a:spLocks noGrp="1"/>
          </p:cNvSpPr>
          <p:nvPr userDrawn="1">
            <p:ph type="pic" sz="quarter" idx="19"/>
          </p:nvPr>
        </p:nvSpPr>
        <p:spPr>
          <a:xfrm>
            <a:off x="6246185" y="1165233"/>
            <a:ext cx="1485000" cy="1560162"/>
          </a:xfrm>
        </p:spPr>
        <p:txBody>
          <a:bodyPr/>
          <a:lstStyle>
            <a:lvl1pPr marL="0" indent="0">
              <a:buNone/>
              <a:defRPr sz="1050">
                <a:solidFill>
                  <a:schemeClr val="tx1"/>
                </a:solidFill>
                <a:latin typeface="Bodoni 72 Bold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cxnSp>
        <p:nvCxnSpPr>
          <p:cNvPr id="19" name="Connecteur droit 18"/>
          <p:cNvCxnSpPr/>
          <p:nvPr userDrawn="1"/>
        </p:nvCxnSpPr>
        <p:spPr>
          <a:xfrm>
            <a:off x="395537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space réservé du texte 11"/>
          <p:cNvSpPr>
            <a:spLocks noGrp="1"/>
          </p:cNvSpPr>
          <p:nvPr>
            <p:ph type="body" sz="quarter" idx="20"/>
          </p:nvPr>
        </p:nvSpPr>
        <p:spPr>
          <a:xfrm>
            <a:off x="3333899" y="3450657"/>
            <a:ext cx="2087835" cy="1034309"/>
          </a:xfrm>
          <a:noFill/>
        </p:spPr>
        <p:txBody>
          <a:bodyPr/>
          <a:lstStyle>
            <a:lvl1pPr marL="0" indent="0" algn="ctr">
              <a:buNone/>
              <a:def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35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31" name="Espace réservé du texte 11"/>
          <p:cNvSpPr>
            <a:spLocks noGrp="1"/>
          </p:cNvSpPr>
          <p:nvPr>
            <p:ph type="body" sz="quarter" idx="21"/>
          </p:nvPr>
        </p:nvSpPr>
        <p:spPr>
          <a:xfrm>
            <a:off x="5809952" y="3450657"/>
            <a:ext cx="2087835" cy="1034309"/>
          </a:xfrm>
          <a:noFill/>
        </p:spPr>
        <p:txBody>
          <a:bodyPr/>
          <a:lstStyle>
            <a:lvl1pPr marL="0" indent="0" algn="ctr">
              <a:buNone/>
              <a:def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35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22"/>
          </p:nvPr>
        </p:nvSpPr>
        <p:spPr>
          <a:xfrm>
            <a:off x="898923" y="3198019"/>
            <a:ext cx="2088356" cy="247650"/>
          </a:xfrm>
        </p:spPr>
        <p:txBody>
          <a:bodyPr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23"/>
          </p:nvPr>
        </p:nvSpPr>
        <p:spPr>
          <a:xfrm>
            <a:off x="3333751" y="3186113"/>
            <a:ext cx="2088356" cy="259556"/>
          </a:xfrm>
        </p:spPr>
        <p:txBody>
          <a:bodyPr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24"/>
          </p:nvPr>
        </p:nvSpPr>
        <p:spPr>
          <a:xfrm>
            <a:off x="5810250" y="3186113"/>
            <a:ext cx="2087166" cy="259556"/>
          </a:xfrm>
        </p:spPr>
        <p:txBody>
          <a:bodyPr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1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6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9885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llipse 13"/>
          <p:cNvSpPr/>
          <p:nvPr userDrawn="1"/>
        </p:nvSpPr>
        <p:spPr>
          <a:xfrm>
            <a:off x="1168462" y="1328425"/>
            <a:ext cx="1406700" cy="1405343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13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6" name="Espace réservé pour une image  9"/>
          <p:cNvSpPr>
            <a:spLocks noGrp="1"/>
          </p:cNvSpPr>
          <p:nvPr>
            <p:ph type="pic" sz="quarter" idx="17" hasCustomPrompt="1"/>
          </p:nvPr>
        </p:nvSpPr>
        <p:spPr>
          <a:xfrm>
            <a:off x="1275090" y="1283862"/>
            <a:ext cx="1406700" cy="1405343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831" i="1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a picture</a:t>
            </a:r>
          </a:p>
        </p:txBody>
      </p:sp>
      <p:sp>
        <p:nvSpPr>
          <p:cNvPr id="15" name="Ellipse 14"/>
          <p:cNvSpPr/>
          <p:nvPr userDrawn="1"/>
        </p:nvSpPr>
        <p:spPr>
          <a:xfrm>
            <a:off x="3868762" y="1328425"/>
            <a:ext cx="1406700" cy="1405343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13"/>
          </a:p>
        </p:txBody>
      </p:sp>
      <p:sp>
        <p:nvSpPr>
          <p:cNvPr id="16" name="Espace réservé pour une image  9"/>
          <p:cNvSpPr>
            <a:spLocks noGrp="1"/>
          </p:cNvSpPr>
          <p:nvPr>
            <p:ph type="pic" sz="quarter" idx="23" hasCustomPrompt="1"/>
          </p:nvPr>
        </p:nvSpPr>
        <p:spPr>
          <a:xfrm>
            <a:off x="3975390" y="1283862"/>
            <a:ext cx="1406700" cy="1405343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831" i="1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a picture</a:t>
            </a:r>
          </a:p>
        </p:txBody>
      </p:sp>
      <p:sp>
        <p:nvSpPr>
          <p:cNvPr id="17" name="Ellipse 16"/>
          <p:cNvSpPr/>
          <p:nvPr userDrawn="1"/>
        </p:nvSpPr>
        <p:spPr>
          <a:xfrm>
            <a:off x="6569062" y="1328425"/>
            <a:ext cx="1406700" cy="1405343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13"/>
          </a:p>
        </p:txBody>
      </p:sp>
      <p:sp>
        <p:nvSpPr>
          <p:cNvPr id="18" name="Espace réservé pour une image  9"/>
          <p:cNvSpPr>
            <a:spLocks noGrp="1"/>
          </p:cNvSpPr>
          <p:nvPr>
            <p:ph type="pic" sz="quarter" idx="24" hasCustomPrompt="1"/>
          </p:nvPr>
        </p:nvSpPr>
        <p:spPr>
          <a:xfrm>
            <a:off x="6675690" y="1283862"/>
            <a:ext cx="1406700" cy="1405343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831" i="1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a picture</a:t>
            </a:r>
          </a:p>
        </p:txBody>
      </p:sp>
      <p:cxnSp>
        <p:nvCxnSpPr>
          <p:cNvPr id="21" name="Connecteur droit 20"/>
          <p:cNvCxnSpPr/>
          <p:nvPr userDrawn="1"/>
        </p:nvCxnSpPr>
        <p:spPr>
          <a:xfrm>
            <a:off x="395537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space réservé du texte 11"/>
          <p:cNvSpPr>
            <a:spLocks noGrp="1"/>
          </p:cNvSpPr>
          <p:nvPr>
            <p:ph type="body" sz="quarter" idx="25"/>
          </p:nvPr>
        </p:nvSpPr>
        <p:spPr>
          <a:xfrm>
            <a:off x="737265" y="3192804"/>
            <a:ext cx="2296619" cy="1212784"/>
          </a:xfrm>
          <a:noFill/>
        </p:spPr>
        <p:txBody>
          <a:bodyPr/>
          <a:lstStyle>
            <a:lvl1pPr marL="0" indent="0" algn="ctr">
              <a:buNone/>
              <a:def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35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23" name="Espace réservé du texte 11"/>
          <p:cNvSpPr>
            <a:spLocks noGrp="1"/>
          </p:cNvSpPr>
          <p:nvPr>
            <p:ph type="body" sz="quarter" idx="20"/>
          </p:nvPr>
        </p:nvSpPr>
        <p:spPr>
          <a:xfrm>
            <a:off x="3453292" y="3197994"/>
            <a:ext cx="2296619" cy="1212784"/>
          </a:xfrm>
          <a:noFill/>
        </p:spPr>
        <p:txBody>
          <a:bodyPr/>
          <a:lstStyle>
            <a:lvl1pPr marL="0" indent="0" algn="ctr">
              <a:buNone/>
              <a:def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35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24" name="Espace réservé du texte 11"/>
          <p:cNvSpPr>
            <a:spLocks noGrp="1"/>
          </p:cNvSpPr>
          <p:nvPr>
            <p:ph type="body" sz="quarter" idx="21"/>
          </p:nvPr>
        </p:nvSpPr>
        <p:spPr>
          <a:xfrm>
            <a:off x="6174793" y="3197994"/>
            <a:ext cx="2296619" cy="1212784"/>
          </a:xfrm>
          <a:noFill/>
        </p:spPr>
        <p:txBody>
          <a:bodyPr/>
          <a:lstStyle>
            <a:lvl1pPr marL="0" indent="0" algn="ctr">
              <a:buNone/>
              <a:def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35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25" name="Espace réservé du contenu 5"/>
          <p:cNvSpPr>
            <a:spLocks noGrp="1"/>
          </p:cNvSpPr>
          <p:nvPr>
            <p:ph sz="quarter" idx="22"/>
          </p:nvPr>
        </p:nvSpPr>
        <p:spPr>
          <a:xfrm>
            <a:off x="736755" y="2945356"/>
            <a:ext cx="2297192" cy="247650"/>
          </a:xfrm>
        </p:spPr>
        <p:txBody>
          <a:bodyPr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6" name="Espace réservé du contenu 7"/>
          <p:cNvSpPr>
            <a:spLocks noGrp="1"/>
          </p:cNvSpPr>
          <p:nvPr>
            <p:ph sz="quarter" idx="26"/>
          </p:nvPr>
        </p:nvSpPr>
        <p:spPr>
          <a:xfrm>
            <a:off x="3453118" y="2933450"/>
            <a:ext cx="2297192" cy="259556"/>
          </a:xfrm>
        </p:spPr>
        <p:txBody>
          <a:bodyPr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7" name="Espace réservé du contenu 9"/>
          <p:cNvSpPr>
            <a:spLocks noGrp="1"/>
          </p:cNvSpPr>
          <p:nvPr>
            <p:ph sz="quarter" idx="27"/>
          </p:nvPr>
        </p:nvSpPr>
        <p:spPr>
          <a:xfrm>
            <a:off x="6175125" y="2933450"/>
            <a:ext cx="2295883" cy="259556"/>
          </a:xfrm>
        </p:spPr>
        <p:txBody>
          <a:bodyPr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8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6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04313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oom 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395537" y="980854"/>
            <a:ext cx="514101" cy="1155791"/>
          </a:xfrm>
          <a:solidFill>
            <a:schemeClr val="tx1"/>
          </a:solidFill>
        </p:spPr>
        <p:txBody>
          <a:bodyPr vert="vert270" anchor="ctr" anchorCtr="0"/>
          <a:lstStyle>
            <a:lvl1pPr marL="0" indent="0" algn="ctr">
              <a:buNone/>
              <a:defRPr sz="1500">
                <a:solidFill>
                  <a:schemeClr val="bg1"/>
                </a:solidFill>
                <a:latin typeface="+mj-lt"/>
              </a:defRPr>
            </a:lvl1pPr>
            <a:lvl2pPr marL="202406" indent="0">
              <a:buNone/>
              <a:defRPr>
                <a:latin typeface="+mj-lt"/>
              </a:defRPr>
            </a:lvl2pPr>
            <a:lvl3pPr marL="433388" indent="0">
              <a:buNone/>
              <a:defRPr>
                <a:latin typeface="+mj-lt"/>
              </a:defRPr>
            </a:lvl3pPr>
            <a:lvl4pPr marL="554831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3716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395537" y="2225106"/>
            <a:ext cx="514101" cy="1155791"/>
          </a:xfrm>
          <a:solidFill>
            <a:schemeClr val="accent2"/>
          </a:solidFill>
        </p:spPr>
        <p:txBody>
          <a:bodyPr vert="vert270" anchor="ctr" anchorCtr="0"/>
          <a:lstStyle>
            <a:lvl1pPr marL="0" indent="0" algn="ctr">
              <a:buNone/>
              <a:defRPr sz="1500">
                <a:solidFill>
                  <a:schemeClr val="bg1"/>
                </a:solidFill>
                <a:latin typeface="+mj-lt"/>
              </a:defRPr>
            </a:lvl1pPr>
            <a:lvl2pPr marL="202406" indent="0">
              <a:buNone/>
              <a:defRPr>
                <a:latin typeface="+mj-lt"/>
              </a:defRPr>
            </a:lvl2pPr>
            <a:lvl3pPr marL="433388" indent="0">
              <a:buNone/>
              <a:defRPr>
                <a:latin typeface="+mj-lt"/>
              </a:defRPr>
            </a:lvl3pPr>
            <a:lvl4pPr marL="554831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3716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texte 3"/>
          <p:cNvSpPr>
            <a:spLocks noGrp="1"/>
          </p:cNvSpPr>
          <p:nvPr>
            <p:ph type="body" sz="quarter" idx="12"/>
          </p:nvPr>
        </p:nvSpPr>
        <p:spPr>
          <a:xfrm>
            <a:off x="395536" y="3461392"/>
            <a:ext cx="514101" cy="1155791"/>
          </a:xfrm>
          <a:solidFill>
            <a:schemeClr val="accent3"/>
          </a:solidFill>
        </p:spPr>
        <p:txBody>
          <a:bodyPr vert="vert270" anchor="ctr" anchorCtr="0"/>
          <a:lstStyle>
            <a:lvl1pPr marL="0" indent="0" algn="ctr">
              <a:buNone/>
              <a:defRPr sz="1500">
                <a:solidFill>
                  <a:schemeClr val="bg1"/>
                </a:solidFill>
                <a:latin typeface="+mj-lt"/>
              </a:defRPr>
            </a:lvl1pPr>
            <a:lvl2pPr marL="202406" indent="0">
              <a:buNone/>
              <a:defRPr>
                <a:latin typeface="+mj-lt"/>
              </a:defRPr>
            </a:lvl2pPr>
            <a:lvl3pPr marL="433388" indent="0">
              <a:buNone/>
              <a:defRPr>
                <a:latin typeface="+mj-lt"/>
              </a:defRPr>
            </a:lvl3pPr>
            <a:lvl4pPr marL="554831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3716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395537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texte 12"/>
          <p:cNvSpPr>
            <a:spLocks noGrp="1"/>
          </p:cNvSpPr>
          <p:nvPr>
            <p:ph type="body" sz="quarter" idx="13"/>
          </p:nvPr>
        </p:nvSpPr>
        <p:spPr>
          <a:xfrm>
            <a:off x="1156291" y="980854"/>
            <a:ext cx="7592422" cy="11557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4" name="Espace réservé du texte 12"/>
          <p:cNvSpPr>
            <a:spLocks noGrp="1"/>
          </p:cNvSpPr>
          <p:nvPr>
            <p:ph type="body" sz="quarter" idx="14"/>
          </p:nvPr>
        </p:nvSpPr>
        <p:spPr>
          <a:xfrm>
            <a:off x="1156043" y="2225106"/>
            <a:ext cx="7592422" cy="11557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5" name="Espace réservé du texte 12"/>
          <p:cNvSpPr>
            <a:spLocks noGrp="1"/>
          </p:cNvSpPr>
          <p:nvPr>
            <p:ph type="body" sz="quarter" idx="15"/>
          </p:nvPr>
        </p:nvSpPr>
        <p:spPr>
          <a:xfrm>
            <a:off x="1156043" y="3461392"/>
            <a:ext cx="7592422" cy="11557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406014" y="2136645"/>
            <a:ext cx="8343000" cy="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4000" rIns="324000" rtlCol="0" anchor="ctr"/>
          <a:lstStyle/>
          <a:p>
            <a:endParaRPr lang="fr-FR" sz="1013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riangle isocèle 21"/>
          <p:cNvSpPr/>
          <p:nvPr userDrawn="1"/>
        </p:nvSpPr>
        <p:spPr>
          <a:xfrm flipV="1">
            <a:off x="1370853" y="2124514"/>
            <a:ext cx="467758" cy="58593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13"/>
          </a:p>
        </p:txBody>
      </p:sp>
      <p:sp>
        <p:nvSpPr>
          <p:cNvPr id="18" name="Rectangle 17"/>
          <p:cNvSpPr/>
          <p:nvPr userDrawn="1"/>
        </p:nvSpPr>
        <p:spPr>
          <a:xfrm>
            <a:off x="404507" y="3381687"/>
            <a:ext cx="8343000" cy="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4000" rIns="324000" rtlCol="0" anchor="ctr"/>
          <a:lstStyle/>
          <a:p>
            <a:endParaRPr lang="fr-FR" sz="1013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riangle isocèle 21"/>
          <p:cNvSpPr/>
          <p:nvPr userDrawn="1"/>
        </p:nvSpPr>
        <p:spPr>
          <a:xfrm flipV="1">
            <a:off x="1369345" y="3369556"/>
            <a:ext cx="467758" cy="58593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13"/>
          </a:p>
        </p:txBody>
      </p:sp>
      <p:sp>
        <p:nvSpPr>
          <p:cNvPr id="22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6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0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942820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ontexte-Enjeux-Objectif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/>
          <p:cNvSpPr>
            <a:spLocks noGrp="1"/>
          </p:cNvSpPr>
          <p:nvPr>
            <p:ph type="title"/>
          </p:nvPr>
        </p:nvSpPr>
        <p:spPr>
          <a:xfrm>
            <a:off x="388345" y="141480"/>
            <a:ext cx="8360369" cy="648890"/>
          </a:xfrm>
        </p:spPr>
        <p:txBody>
          <a:bodyPr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4" name="Connecteur droit 3"/>
          <p:cNvCxnSpPr/>
          <p:nvPr userDrawn="1"/>
        </p:nvCxnSpPr>
        <p:spPr>
          <a:xfrm>
            <a:off x="395537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6"/>
          <p:cNvSpPr>
            <a:spLocks noGrp="1"/>
          </p:cNvSpPr>
          <p:nvPr>
            <p:ph type="body" sz="quarter" idx="18"/>
          </p:nvPr>
        </p:nvSpPr>
        <p:spPr>
          <a:xfrm>
            <a:off x="395537" y="1240723"/>
            <a:ext cx="4320000" cy="2321719"/>
          </a:xfrm>
          <a:ln w="19050">
            <a:solidFill>
              <a:schemeClr val="accent5"/>
            </a:solidFill>
          </a:ln>
        </p:spPr>
        <p:txBody>
          <a:bodyPr lIns="108000" tIns="252000" rIns="108000"/>
          <a:lstStyle>
            <a:lvl1pPr marL="214313" indent="-214313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>
                <a:solidFill>
                  <a:schemeClr val="tx1"/>
                </a:solidFill>
              </a:defRPr>
            </a:lvl3pPr>
            <a:lvl4pPr marL="769144" indent="-214313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Segoe UI" panose="020B0502040204020203" pitchFamily="34" charset="0"/>
              <a:buChar char="‑"/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6"/>
          </p:nvPr>
        </p:nvSpPr>
        <p:spPr>
          <a:xfrm>
            <a:off x="905033" y="1122148"/>
            <a:ext cx="3535514" cy="238125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8" name="Espace réservé du texte 17"/>
          <p:cNvSpPr>
            <a:spLocks noGrp="1"/>
          </p:cNvSpPr>
          <p:nvPr>
            <p:ph type="body" sz="quarter" idx="21"/>
          </p:nvPr>
        </p:nvSpPr>
        <p:spPr>
          <a:xfrm>
            <a:off x="4968464" y="1240722"/>
            <a:ext cx="3780000" cy="2321719"/>
          </a:xfrm>
          <a:ln w="19050">
            <a:solidFill>
              <a:schemeClr val="accent5"/>
            </a:solidFill>
          </a:ln>
        </p:spPr>
        <p:txBody>
          <a:bodyPr lIns="108000" tIns="252000" rIns="10800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>
                <a:solidFill>
                  <a:schemeClr val="tx1"/>
                </a:solidFill>
              </a:defRPr>
            </a:lvl3pPr>
            <a:lvl4pPr marL="769144" indent="-214313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Segoe UI" panose="020B0502040204020203" pitchFamily="34" charset="0"/>
              <a:buChar char="‑"/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9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5222351" y="1134015"/>
            <a:ext cx="3535514" cy="238125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1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6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3" name="Espace réservé du texte 19"/>
          <p:cNvSpPr>
            <a:spLocks noGrp="1"/>
          </p:cNvSpPr>
          <p:nvPr>
            <p:ph type="body" sz="quarter" idx="22"/>
          </p:nvPr>
        </p:nvSpPr>
        <p:spPr>
          <a:xfrm>
            <a:off x="548641" y="3729038"/>
            <a:ext cx="8199824" cy="827485"/>
          </a:xfrm>
          <a:prstGeom prst="roundRect">
            <a:avLst>
              <a:gd name="adj" fmla="val 23335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151460" indent="-214313">
              <a:buFont typeface="Wingdings" panose="05000000000000000000" pitchFamily="2" charset="2"/>
              <a:buChar char="ü"/>
              <a:defRPr/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pic>
        <p:nvPicPr>
          <p:cNvPr id="14" name="Image 1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305" y="3754684"/>
            <a:ext cx="714163" cy="770531"/>
          </a:xfrm>
          <a:prstGeom prst="rect">
            <a:avLst/>
          </a:prstGeom>
        </p:spPr>
      </p:pic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56047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Gouvernance 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1" name="Espace réservé du texte 20"/>
          <p:cNvSpPr>
            <a:spLocks noGrp="1"/>
          </p:cNvSpPr>
          <p:nvPr>
            <p:ph type="body" sz="quarter" idx="10"/>
          </p:nvPr>
        </p:nvSpPr>
        <p:spPr>
          <a:xfrm>
            <a:off x="1807164" y="1006770"/>
            <a:ext cx="3053078" cy="403622"/>
          </a:xfrm>
        </p:spPr>
        <p:txBody>
          <a:bodyPr/>
          <a:lstStyle>
            <a:lvl1pPr marL="0" indent="0" algn="ctr">
              <a:buNone/>
              <a:defRPr sz="135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3" name="Espace réservé du texte 22"/>
          <p:cNvSpPr>
            <a:spLocks noGrp="1"/>
          </p:cNvSpPr>
          <p:nvPr>
            <p:ph type="body" sz="quarter" idx="11"/>
          </p:nvPr>
        </p:nvSpPr>
        <p:spPr>
          <a:xfrm>
            <a:off x="5399295" y="1006770"/>
            <a:ext cx="3358039" cy="403622"/>
          </a:xfrm>
        </p:spPr>
        <p:txBody>
          <a:bodyPr/>
          <a:lstStyle>
            <a:lvl1pPr marL="0" indent="0" algn="ctr">
              <a:buNone/>
              <a:defRPr sz="135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5" name="Espace réservé du texte 24"/>
          <p:cNvSpPr>
            <a:spLocks noGrp="1"/>
          </p:cNvSpPr>
          <p:nvPr>
            <p:ph type="body" sz="quarter" idx="12"/>
          </p:nvPr>
        </p:nvSpPr>
        <p:spPr>
          <a:xfrm>
            <a:off x="1806988" y="1618891"/>
            <a:ext cx="3052763" cy="407194"/>
          </a:xfrm>
        </p:spPr>
        <p:txBody>
          <a:bodyPr anchor="ctr"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7" name="Espace réservé du texte 26"/>
          <p:cNvSpPr>
            <a:spLocks noGrp="1"/>
          </p:cNvSpPr>
          <p:nvPr>
            <p:ph type="body" sz="quarter" idx="13"/>
          </p:nvPr>
        </p:nvSpPr>
        <p:spPr>
          <a:xfrm>
            <a:off x="5399295" y="1599841"/>
            <a:ext cx="3358039" cy="470297"/>
          </a:xfrm>
        </p:spPr>
        <p:txBody>
          <a:bodyPr anchor="ctr"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202406" indent="0">
              <a:buNone/>
              <a:defRPr/>
            </a:lvl2pPr>
            <a:lvl3pPr marL="433388" indent="0">
              <a:buNone/>
              <a:defRPr/>
            </a:lvl3pPr>
            <a:lvl4pPr marL="554831" indent="0">
              <a:buFont typeface="Arial" panose="020B0604020202020204" pitchFamily="34" charset="0"/>
              <a:buNone/>
              <a:defRPr/>
            </a:lvl4pPr>
            <a:lvl5pPr marL="13716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9" name="Espace réservé du texte 28"/>
          <p:cNvSpPr>
            <a:spLocks noGrp="1"/>
          </p:cNvSpPr>
          <p:nvPr>
            <p:ph type="body" sz="quarter" idx="14"/>
          </p:nvPr>
        </p:nvSpPr>
        <p:spPr>
          <a:xfrm>
            <a:off x="1806988" y="2379512"/>
            <a:ext cx="3052763" cy="65353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02406" indent="0">
              <a:buNone/>
              <a:defRPr/>
            </a:lvl2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1" name="Espace réservé du texte 30"/>
          <p:cNvSpPr>
            <a:spLocks noGrp="1"/>
          </p:cNvSpPr>
          <p:nvPr>
            <p:ph type="body" sz="quarter" idx="15"/>
          </p:nvPr>
        </p:nvSpPr>
        <p:spPr>
          <a:xfrm>
            <a:off x="5399532" y="2379512"/>
            <a:ext cx="3357563" cy="65353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02406" indent="0">
              <a:buNone/>
              <a:defRPr/>
            </a:lvl2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3" name="Espace réservé du texte 32"/>
          <p:cNvSpPr>
            <a:spLocks noGrp="1"/>
          </p:cNvSpPr>
          <p:nvPr>
            <p:ph type="body" sz="quarter" idx="16" hasCustomPrompt="1"/>
          </p:nvPr>
        </p:nvSpPr>
        <p:spPr>
          <a:xfrm>
            <a:off x="1806988" y="3365207"/>
            <a:ext cx="3052763" cy="1005193"/>
          </a:xfrm>
        </p:spPr>
        <p:txBody>
          <a:bodyPr anchor="ctr"/>
          <a:lstStyle>
            <a:lvl1pPr>
              <a:spcAft>
                <a:spcPts val="225"/>
              </a:spcAft>
              <a:defRPr sz="1200"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/>
            </a:lvl2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35" name="Espace réservé du texte 34"/>
          <p:cNvSpPr>
            <a:spLocks noGrp="1"/>
          </p:cNvSpPr>
          <p:nvPr>
            <p:ph type="body" sz="quarter" idx="17" hasCustomPrompt="1"/>
          </p:nvPr>
        </p:nvSpPr>
        <p:spPr>
          <a:xfrm>
            <a:off x="5399532" y="3365207"/>
            <a:ext cx="3357563" cy="1005193"/>
          </a:xfrm>
        </p:spPr>
        <p:txBody>
          <a:bodyPr anchor="ctr"/>
          <a:lstStyle>
            <a:lvl1pPr>
              <a:spcAft>
                <a:spcPts val="225"/>
              </a:spcAft>
              <a:defRPr sz="1200"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/>
            </a:lvl2pPr>
          </a:lstStyle>
          <a:p>
            <a:pPr lvl="0"/>
            <a:r>
              <a:rPr lang="fr-FR" dirty="0"/>
              <a:t>Deuxième niveau</a:t>
            </a:r>
          </a:p>
        </p:txBody>
      </p:sp>
      <p:cxnSp>
        <p:nvCxnSpPr>
          <p:cNvPr id="36" name="Connecteur droit 35"/>
          <p:cNvCxnSpPr/>
          <p:nvPr userDrawn="1"/>
        </p:nvCxnSpPr>
        <p:spPr>
          <a:xfrm>
            <a:off x="395537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6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pic>
        <p:nvPicPr>
          <p:cNvPr id="19" name="Image 1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14" y="2465430"/>
            <a:ext cx="540000" cy="516158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14" y="1584118"/>
            <a:ext cx="540000" cy="501743"/>
          </a:xfrm>
          <a:prstGeom prst="rect">
            <a:avLst/>
          </a:prstGeom>
        </p:spPr>
      </p:pic>
      <p:pic>
        <p:nvPicPr>
          <p:cNvPr id="30" name="Image 29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14" y="3622084"/>
            <a:ext cx="540000" cy="471554"/>
          </a:xfrm>
          <a:prstGeom prst="rect">
            <a:avLst/>
          </a:prstGeom>
        </p:spPr>
      </p:pic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577009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90464" y="101606"/>
            <a:ext cx="7053530" cy="372870"/>
          </a:xfrm>
        </p:spPr>
        <p:txBody>
          <a:bodyPr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5" name="Rectangle 4"/>
          <p:cNvSpPr/>
          <p:nvPr userDrawn="1"/>
        </p:nvSpPr>
        <p:spPr>
          <a:xfrm>
            <a:off x="383931" y="1057868"/>
            <a:ext cx="2510145" cy="216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fr-FR" sz="9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COMPETENCES</a:t>
            </a:r>
            <a:endParaRPr lang="fr-FR" sz="750" b="1" dirty="0">
              <a:solidFill>
                <a:schemeClr val="bg1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094705" y="2224503"/>
            <a:ext cx="5643785" cy="216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fr-FR" sz="9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EXPERIENCES - Extraits</a:t>
            </a:r>
            <a:endParaRPr lang="fr-FR" sz="750" b="1" dirty="0">
              <a:solidFill>
                <a:schemeClr val="bg1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3099817" y="1057868"/>
            <a:ext cx="5643785" cy="216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fr-FR" sz="9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EN BREF</a:t>
            </a:r>
            <a:endParaRPr lang="fr-FR" sz="750" b="1" dirty="0">
              <a:solidFill>
                <a:schemeClr val="bg1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0"/>
          </p:nvPr>
        </p:nvSpPr>
        <p:spPr>
          <a:xfrm>
            <a:off x="1690577" y="474476"/>
            <a:ext cx="7053025" cy="357254"/>
          </a:xfrm>
        </p:spPr>
        <p:txBody>
          <a:bodyPr/>
          <a:lstStyle>
            <a:lvl1pPr marL="214313" indent="-214313"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5" name="Espace réservé pour une image  14"/>
          <p:cNvSpPr>
            <a:spLocks noGrp="1"/>
          </p:cNvSpPr>
          <p:nvPr>
            <p:ph type="pic" sz="quarter" idx="11"/>
          </p:nvPr>
        </p:nvSpPr>
        <p:spPr>
          <a:xfrm>
            <a:off x="633365" y="107104"/>
            <a:ext cx="745454" cy="729696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17" name="Espace réservé du texte 16"/>
          <p:cNvSpPr>
            <a:spLocks noGrp="1"/>
          </p:cNvSpPr>
          <p:nvPr>
            <p:ph type="body" sz="quarter" idx="12"/>
          </p:nvPr>
        </p:nvSpPr>
        <p:spPr>
          <a:xfrm>
            <a:off x="383381" y="1339703"/>
            <a:ext cx="2511029" cy="3269207"/>
          </a:xfrm>
          <a:solidFill>
            <a:schemeClr val="bg2"/>
          </a:solidFill>
        </p:spPr>
        <p:txBody>
          <a:bodyPr/>
          <a:lstStyle>
            <a:lvl1pPr marL="214313" indent="-214313">
              <a:buFont typeface="Wingdings" panose="05000000000000000000" pitchFamily="2" charset="2"/>
              <a:buChar char="§"/>
              <a:defRPr sz="900">
                <a:solidFill>
                  <a:schemeClr val="tx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9" name="Espace réservé du texte 18"/>
          <p:cNvSpPr>
            <a:spLocks noGrp="1"/>
          </p:cNvSpPr>
          <p:nvPr>
            <p:ph type="body" sz="quarter" idx="13"/>
          </p:nvPr>
        </p:nvSpPr>
        <p:spPr>
          <a:xfrm>
            <a:off x="3100388" y="1339703"/>
            <a:ext cx="5636419" cy="765187"/>
          </a:xfrm>
        </p:spPr>
        <p:txBody>
          <a:bodyPr/>
          <a:lstStyle>
            <a:lvl1pPr marL="214313" indent="-214313">
              <a:buFont typeface="Wingdings" panose="05000000000000000000" pitchFamily="2" charset="2"/>
              <a:buChar char="§"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1" name="Espace réservé du texte 20"/>
          <p:cNvSpPr>
            <a:spLocks noGrp="1"/>
          </p:cNvSpPr>
          <p:nvPr>
            <p:ph type="body" sz="quarter" idx="14"/>
          </p:nvPr>
        </p:nvSpPr>
        <p:spPr>
          <a:xfrm>
            <a:off x="3094704" y="2503967"/>
            <a:ext cx="5649246" cy="2104943"/>
          </a:xfrm>
          <a:solidFill>
            <a:schemeClr val="bg2"/>
          </a:solidFill>
        </p:spPr>
        <p:txBody>
          <a:bodyPr/>
          <a:lstStyle>
            <a:lvl1pPr marL="214313" indent="-214313">
              <a:buFont typeface="Wingdings" panose="05000000000000000000" pitchFamily="2" charset="2"/>
              <a:buChar char="§"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22" name="Connecteur droit 21"/>
          <p:cNvCxnSpPr/>
          <p:nvPr userDrawn="1"/>
        </p:nvCxnSpPr>
        <p:spPr>
          <a:xfrm>
            <a:off x="395537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6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8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70842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s atouts Beijafl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1" name="Espace réservé du texte 30"/>
          <p:cNvSpPr>
            <a:spLocks noGrp="1"/>
          </p:cNvSpPr>
          <p:nvPr>
            <p:ph type="body" sz="quarter" idx="10"/>
          </p:nvPr>
        </p:nvSpPr>
        <p:spPr>
          <a:xfrm>
            <a:off x="1980310" y="1095606"/>
            <a:ext cx="6768404" cy="513159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3" name="Espace réservé du texte 32"/>
          <p:cNvSpPr>
            <a:spLocks noGrp="1"/>
          </p:cNvSpPr>
          <p:nvPr>
            <p:ph type="body" sz="quarter" idx="11"/>
          </p:nvPr>
        </p:nvSpPr>
        <p:spPr>
          <a:xfrm>
            <a:off x="1980010" y="1826507"/>
            <a:ext cx="6768703" cy="54054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02406" indent="0">
              <a:buNone/>
              <a:defRPr/>
            </a:lvl2pPr>
            <a:lvl3pPr marL="433388" indent="0">
              <a:buNone/>
              <a:defRPr/>
            </a:lvl3pPr>
            <a:lvl4pPr marL="554831" indent="0">
              <a:buFont typeface="Arial" panose="020B0604020202020204" pitchFamily="34" charset="0"/>
              <a:buNone/>
              <a:defRPr/>
            </a:lvl4pPr>
            <a:lvl5pPr marL="13716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4" name="Espace réservé du texte 32"/>
          <p:cNvSpPr>
            <a:spLocks noGrp="1"/>
          </p:cNvSpPr>
          <p:nvPr>
            <p:ph type="body" sz="quarter" idx="12"/>
          </p:nvPr>
        </p:nvSpPr>
        <p:spPr>
          <a:xfrm>
            <a:off x="1975679" y="2550731"/>
            <a:ext cx="6768703" cy="54054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02406" indent="0">
              <a:buNone/>
              <a:defRPr/>
            </a:lvl2pPr>
            <a:lvl3pPr marL="433388" indent="0">
              <a:buNone/>
              <a:defRPr/>
            </a:lvl3pPr>
            <a:lvl4pPr marL="554831" indent="0">
              <a:buFont typeface="Arial" panose="020B0604020202020204" pitchFamily="34" charset="0"/>
              <a:buNone/>
              <a:defRPr/>
            </a:lvl4pPr>
            <a:lvl5pPr marL="13716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5" name="Espace réservé du texte 32"/>
          <p:cNvSpPr>
            <a:spLocks noGrp="1"/>
          </p:cNvSpPr>
          <p:nvPr>
            <p:ph type="body" sz="quarter" idx="13"/>
          </p:nvPr>
        </p:nvSpPr>
        <p:spPr>
          <a:xfrm>
            <a:off x="2005053" y="3258851"/>
            <a:ext cx="6768703" cy="54054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02406" indent="0">
              <a:buNone/>
              <a:defRPr/>
            </a:lvl2pPr>
            <a:lvl3pPr marL="433388" indent="0">
              <a:buNone/>
              <a:defRPr/>
            </a:lvl3pPr>
            <a:lvl4pPr marL="554831" indent="0">
              <a:buFont typeface="Arial" panose="020B0604020202020204" pitchFamily="34" charset="0"/>
              <a:buNone/>
              <a:defRPr/>
            </a:lvl4pPr>
            <a:lvl5pPr marL="13716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6" name="Espace réservé du texte 32"/>
          <p:cNvSpPr>
            <a:spLocks noGrp="1"/>
          </p:cNvSpPr>
          <p:nvPr>
            <p:ph type="body" sz="quarter" idx="14"/>
          </p:nvPr>
        </p:nvSpPr>
        <p:spPr>
          <a:xfrm>
            <a:off x="2005053" y="4009247"/>
            <a:ext cx="6768703" cy="54054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02406" indent="0">
              <a:buNone/>
              <a:defRPr/>
            </a:lvl2pPr>
            <a:lvl3pPr marL="433388" indent="0">
              <a:buNone/>
              <a:defRPr/>
            </a:lvl3pPr>
            <a:lvl4pPr marL="554831" indent="0">
              <a:buFont typeface="Arial" panose="020B0604020202020204" pitchFamily="34" charset="0"/>
              <a:buNone/>
              <a:defRPr/>
            </a:lvl4pPr>
            <a:lvl5pPr marL="13716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43" name="Connecteur droit 42"/>
          <p:cNvCxnSpPr/>
          <p:nvPr userDrawn="1"/>
        </p:nvCxnSpPr>
        <p:spPr>
          <a:xfrm>
            <a:off x="395537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6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cxnSp>
        <p:nvCxnSpPr>
          <p:cNvPr id="46" name="Connecteur droit 45"/>
          <p:cNvCxnSpPr/>
          <p:nvPr userDrawn="1"/>
        </p:nvCxnSpPr>
        <p:spPr>
          <a:xfrm>
            <a:off x="1030941" y="1352186"/>
            <a:ext cx="785455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/>
          <p:cNvCxnSpPr/>
          <p:nvPr userDrawn="1"/>
        </p:nvCxnSpPr>
        <p:spPr>
          <a:xfrm>
            <a:off x="1024599" y="2096778"/>
            <a:ext cx="785455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 userDrawn="1"/>
        </p:nvCxnSpPr>
        <p:spPr>
          <a:xfrm>
            <a:off x="1023959" y="2821002"/>
            <a:ext cx="785455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/>
          <p:cNvCxnSpPr/>
          <p:nvPr userDrawn="1"/>
        </p:nvCxnSpPr>
        <p:spPr>
          <a:xfrm>
            <a:off x="1009192" y="4279518"/>
            <a:ext cx="785455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/>
          <p:cNvCxnSpPr/>
          <p:nvPr userDrawn="1"/>
        </p:nvCxnSpPr>
        <p:spPr>
          <a:xfrm>
            <a:off x="1024600" y="3544123"/>
            <a:ext cx="785455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Image 5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97" y="2572427"/>
            <a:ext cx="432000" cy="475392"/>
          </a:xfrm>
          <a:prstGeom prst="rect">
            <a:avLst/>
          </a:prstGeom>
        </p:spPr>
      </p:pic>
      <p:pic>
        <p:nvPicPr>
          <p:cNvPr id="52" name="Image 5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97" y="1129643"/>
            <a:ext cx="432000" cy="476506"/>
          </a:xfrm>
          <a:prstGeom prst="rect">
            <a:avLst/>
          </a:prstGeom>
        </p:spPr>
      </p:pic>
      <p:pic>
        <p:nvPicPr>
          <p:cNvPr id="53" name="Image 52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97" y="1885993"/>
            <a:ext cx="432000" cy="421571"/>
          </a:xfrm>
          <a:prstGeom prst="rect">
            <a:avLst/>
          </a:prstGeom>
        </p:spPr>
      </p:pic>
      <p:pic>
        <p:nvPicPr>
          <p:cNvPr id="54" name="Image 53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97" y="3423080"/>
            <a:ext cx="432000" cy="300531"/>
          </a:xfrm>
          <a:prstGeom prst="rect">
            <a:avLst/>
          </a:prstGeom>
        </p:spPr>
      </p:pic>
      <p:pic>
        <p:nvPicPr>
          <p:cNvPr id="55" name="Image 54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97" y="4071080"/>
            <a:ext cx="432000" cy="386496"/>
          </a:xfrm>
          <a:prstGeom prst="rect">
            <a:avLst/>
          </a:prstGeom>
        </p:spPr>
      </p:pic>
      <p:sp>
        <p:nvSpPr>
          <p:cNvPr id="21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181252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émar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3" name="Connecteur droit 2"/>
          <p:cNvCxnSpPr/>
          <p:nvPr userDrawn="1"/>
        </p:nvCxnSpPr>
        <p:spPr>
          <a:xfrm>
            <a:off x="395537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graphique SmartArt 5"/>
          <p:cNvSpPr>
            <a:spLocks noGrp="1"/>
          </p:cNvSpPr>
          <p:nvPr>
            <p:ph type="dgm" sz="quarter" idx="10"/>
          </p:nvPr>
        </p:nvSpPr>
        <p:spPr>
          <a:xfrm>
            <a:off x="383933" y="1070182"/>
            <a:ext cx="8364531" cy="829865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Cliquez sur l'icône pour ajouter un graphique SmartArt</a:t>
            </a:r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1"/>
          </p:nvPr>
        </p:nvSpPr>
        <p:spPr>
          <a:xfrm>
            <a:off x="395288" y="2119122"/>
            <a:ext cx="8353425" cy="2243138"/>
          </a:xfrm>
          <a:ln w="19050">
            <a:solidFill>
              <a:schemeClr val="accent5"/>
            </a:solidFill>
          </a:ln>
        </p:spPr>
        <p:txBody>
          <a:bodyPr tIns="216000"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050">
                <a:solidFill>
                  <a:schemeClr val="tx1"/>
                </a:solidFill>
              </a:defRPr>
            </a:lvl2pPr>
            <a:lvl3pPr>
              <a:defRPr sz="900"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>
          <a:xfrm>
            <a:off x="2911523" y="1931003"/>
            <a:ext cx="3320954" cy="376238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6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1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9207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 userDrawn="1"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53279"/>
            <a:ext cx="9144000" cy="490221"/>
          </a:xfrm>
          <a:prstGeom prst="rect">
            <a:avLst/>
          </a:prstGeom>
        </p:spPr>
      </p:pic>
      <p:sp>
        <p:nvSpPr>
          <p:cNvPr id="2050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383933" y="141480"/>
            <a:ext cx="8364781" cy="648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36000" rIns="91440" bIns="360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pour modifier le style du titre</a:t>
            </a:r>
          </a:p>
        </p:txBody>
      </p:sp>
      <p:sp>
        <p:nvSpPr>
          <p:cNvPr id="2051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383933" y="1172984"/>
            <a:ext cx="8364781" cy="3338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14313" lvl="0" indent="-214313" algn="l" rtl="0" fontAlgn="base">
              <a:spcBef>
                <a:spcPct val="20000"/>
              </a:spcBef>
              <a:spcAft>
                <a:spcPct val="0"/>
              </a:spcAft>
            </a:pPr>
            <a:r>
              <a:rPr lang="fr-FR" dirty="0"/>
              <a:t>Cliquez pour modifier les styles du texte du masque</a:t>
            </a:r>
          </a:p>
          <a:p>
            <a:pPr marL="333375" lvl="1" indent="-130969" algn="l" rtl="0" fontAlgn="base">
              <a:spcBef>
                <a:spcPct val="20000"/>
              </a:spcBef>
              <a:spcAft>
                <a:spcPct val="0"/>
              </a:spcAft>
              <a:buFont typeface="Browallia New" panose="020B0604020202020204" pitchFamily="34" charset="-34"/>
              <a:buChar char="›"/>
            </a:pPr>
            <a:r>
              <a:rPr lang="fr-FR" dirty="0"/>
              <a:t>Deuxième niveau</a:t>
            </a:r>
          </a:p>
          <a:p>
            <a:pPr marL="604838" lvl="2" indent="-171450" algn="l" rtl="0" fontAlgn="base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</a:pPr>
            <a:r>
              <a:rPr lang="fr-FR" dirty="0"/>
              <a:t>Troisième niveau</a:t>
            </a:r>
          </a:p>
          <a:p>
            <a:pPr marL="735806" lvl="3" indent="-180975" algn="l" rtl="0" fontAlgn="base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−"/>
            </a:pPr>
            <a:r>
              <a:rPr lang="fr-FR" dirty="0"/>
              <a:t>Quatrième niveau</a:t>
            </a:r>
          </a:p>
        </p:txBody>
      </p:sp>
    </p:spTree>
    <p:extLst>
      <p:ext uri="{BB962C8B-B14F-4D97-AF65-F5344CB8AC3E}">
        <p14:creationId xmlns:p14="http://schemas.microsoft.com/office/powerpoint/2010/main" val="4284287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82" r:id="rId4"/>
    <p:sldLayoutId id="2147483683" r:id="rId5"/>
    <p:sldLayoutId id="2147483684" r:id="rId6"/>
    <p:sldLayoutId id="2147483686" r:id="rId7"/>
    <p:sldLayoutId id="2147483687" r:id="rId8"/>
    <p:sldLayoutId id="2147483688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8" r:id="rId15"/>
    <p:sldLayoutId id="2147483674" r:id="rId16"/>
    <p:sldLayoutId id="2147483675" r:id="rId17"/>
    <p:sldLayoutId id="2147483676" r:id="rId18"/>
    <p:sldLayoutId id="2147483677" r:id="rId19"/>
    <p:sldLayoutId id="2147483679" r:id="rId20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0" i="0" kern="1200" baseline="0">
          <a:solidFill>
            <a:srgbClr val="273457"/>
          </a:solidFill>
          <a:latin typeface="Franklin Gothic Book" panose="020B0503020102020204" pitchFamily="34" charset="0"/>
          <a:ea typeface="+mj-ea"/>
          <a:cs typeface="Franklin Gothic Book" panose="020B050302010202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9pPr>
    </p:titleStyle>
    <p:bodyStyle>
      <a:lvl1pPr marL="214313" indent="-214313" algn="l" rtl="0" eaLnBrk="1" fontAlgn="base" hangingPunct="1">
        <a:lnSpc>
          <a:spcPct val="112000"/>
        </a:lnSpc>
        <a:spcBef>
          <a:spcPts val="0"/>
        </a:spcBef>
        <a:spcAft>
          <a:spcPts val="450"/>
        </a:spcAft>
        <a:buFont typeface="Arial" panose="020B0604020202020204" pitchFamily="34" charset="0"/>
        <a:buChar char="•"/>
        <a:defRPr lang="fr-FR" sz="135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459581" indent="-257175" algn="l" rtl="0" eaLnBrk="1" fontAlgn="base" hangingPunct="1">
        <a:lnSpc>
          <a:spcPct val="112000"/>
        </a:lnSpc>
        <a:spcBef>
          <a:spcPts val="0"/>
        </a:spcBef>
        <a:spcAft>
          <a:spcPts val="450"/>
        </a:spcAft>
        <a:buFont typeface="Browallia New" panose="020B0604020202020204" pitchFamily="34" charset="-34"/>
        <a:buChar char="›"/>
        <a:defRPr lang="fr-FR" sz="12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690563" indent="-257175" algn="l" rtl="0" eaLnBrk="1" fontAlgn="base" hangingPunct="1">
        <a:lnSpc>
          <a:spcPct val="112000"/>
        </a:lnSpc>
        <a:spcBef>
          <a:spcPts val="0"/>
        </a:spcBef>
        <a:spcAft>
          <a:spcPts val="450"/>
        </a:spcAft>
        <a:buFont typeface="Calibri" panose="020F0502020204030204" pitchFamily="34" charset="0"/>
        <a:buChar char="»"/>
        <a:defRPr lang="fr-FR" sz="105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769144" indent="-214313" algn="l" rtl="0" eaLnBrk="1" fontAlgn="base" hangingPunct="1">
        <a:lnSpc>
          <a:spcPct val="112000"/>
        </a:lnSpc>
        <a:spcBef>
          <a:spcPts val="0"/>
        </a:spcBef>
        <a:spcAft>
          <a:spcPts val="450"/>
        </a:spcAft>
        <a:buFont typeface="Arial" panose="020B0604020202020204" pitchFamily="34" charset="0"/>
        <a:buNone/>
        <a:defRPr lang="fr-FR" sz="105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1371600" indent="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defRPr sz="1500" kern="1200">
          <a:solidFill>
            <a:schemeClr val="tx1">
              <a:lumMod val="75000"/>
              <a:lumOff val="25000"/>
            </a:schemeClr>
          </a:solidFill>
          <a:latin typeface="Browallia New" panose="020B0604020202020204" pitchFamily="34" charset="-34"/>
          <a:ea typeface="+mn-ea"/>
          <a:cs typeface="Browallia New" panose="020B0604020202020204" pitchFamily="34" charset="-34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mailto:jdiamant280@headmind.com" TargetMode="Externa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</a:t>
            </a:fld>
            <a:endParaRPr lang="fr-FR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D70CDA11-74FD-4864-C4E8-9D1ADEA0DE63}"/>
              </a:ext>
            </a:extLst>
          </p:cNvPr>
          <p:cNvSpPr/>
          <p:nvPr/>
        </p:nvSpPr>
        <p:spPr>
          <a:xfrm>
            <a:off x="548640" y="139674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kern="0" spc="300" dirty="0" err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r>
              <a:rPr lang="en-US" sz="1800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#2</a:t>
            </a:r>
            <a:endParaRPr lang="en-US" sz="18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4E28418B-FF1D-8A3D-2CC8-34E39984AB02}"/>
              </a:ext>
            </a:extLst>
          </p:cNvPr>
          <p:cNvSpPr/>
          <p:nvPr/>
        </p:nvSpPr>
        <p:spPr>
          <a:xfrm>
            <a:off x="548640" y="2019300"/>
            <a:ext cx="44577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à</a:t>
            </a:r>
            <a:endParaRPr lang="en-US" sz="4050" dirty="0"/>
          </a:p>
          <a:p>
            <a:pPr>
              <a:lnSpc>
                <a:spcPct val="110000"/>
              </a:lnSpc>
            </a:pPr>
            <a:r>
              <a:rPr lang="en-US" sz="4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Vertex AI</a:t>
            </a:r>
            <a:endParaRPr lang="en-US" sz="405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8313A041-0152-0682-64C3-8987644B6728}"/>
              </a:ext>
            </a:extLst>
          </p:cNvPr>
          <p:cNvSpPr/>
          <p:nvPr/>
        </p:nvSpPr>
        <p:spPr>
          <a:xfrm>
            <a:off x="548640" y="4223385"/>
            <a:ext cx="3429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In-depth: MLOps</a:t>
            </a:r>
          </a:p>
          <a:p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2025/2026 —  ISAE-SUPAERO</a:t>
            </a:r>
            <a:endParaRPr lang="en-US" sz="1800" dirty="0"/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504424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sz="quarter" idx="27"/>
          </p:nvPr>
        </p:nvSpPr>
        <p:spPr>
          <a:xfrm>
            <a:off x="383931" y="3518913"/>
            <a:ext cx="590550" cy="427435"/>
          </a:xfrm>
        </p:spPr>
        <p:txBody>
          <a:bodyPr/>
          <a:lstStyle/>
          <a:p>
            <a:r>
              <a:rPr lang="fr-FR" dirty="0"/>
              <a:t>03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26"/>
          </p:nvPr>
        </p:nvSpPr>
        <p:spPr/>
        <p:txBody>
          <a:bodyPr/>
          <a:lstStyle/>
          <a:p>
            <a:r>
              <a:rPr lang="fr-FR" dirty="0"/>
              <a:t>02</a:t>
            </a:r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Introduction de GCP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1279263" y="2291781"/>
            <a:ext cx="2496101" cy="532082"/>
          </a:xfrm>
        </p:spPr>
        <p:txBody>
          <a:bodyPr/>
          <a:lstStyle/>
          <a:p>
            <a:r>
              <a:rPr lang="fr-FR" dirty="0"/>
              <a:t>Introduction de Vertex AI</a:t>
            </a: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5"/>
          </p:nvPr>
        </p:nvSpPr>
        <p:spPr>
          <a:xfrm>
            <a:off x="1285717" y="3513504"/>
            <a:ext cx="1902524" cy="532082"/>
          </a:xfrm>
        </p:spPr>
        <p:txBody>
          <a:bodyPr/>
          <a:lstStyle/>
          <a:p>
            <a:r>
              <a:rPr lang="fr-FR" dirty="0" err="1"/>
              <a:t>Feature</a:t>
            </a:r>
            <a:r>
              <a:rPr lang="fr-FR" dirty="0"/>
              <a:t> Store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2</a:t>
            </a:fld>
            <a:endParaRPr lang="fr-FR" dirty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23"/>
          </p:nvPr>
        </p:nvSpPr>
        <p:spPr>
          <a:xfrm>
            <a:off x="1285717" y="4055263"/>
            <a:ext cx="2931226" cy="483138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12" name="Espace réservé du contenu 11"/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r>
              <a:rPr lang="fr-FR" dirty="0"/>
              <a:t>01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30"/>
          </p:nvPr>
        </p:nvSpPr>
        <p:spPr>
          <a:xfrm>
            <a:off x="5721930" y="1200211"/>
            <a:ext cx="1902524" cy="532082"/>
          </a:xfrm>
        </p:spPr>
        <p:txBody>
          <a:bodyPr/>
          <a:lstStyle/>
          <a:p>
            <a:r>
              <a:rPr lang="fr-FR" dirty="0"/>
              <a:t>Gestion des versions des modèles</a:t>
            </a:r>
          </a:p>
        </p:txBody>
      </p:sp>
      <p:sp>
        <p:nvSpPr>
          <p:cNvPr id="18" name="Espace réservé du texte 17"/>
          <p:cNvSpPr>
            <a:spLocks noGrp="1"/>
          </p:cNvSpPr>
          <p:nvPr>
            <p:ph type="body" sz="quarter" idx="33"/>
          </p:nvPr>
        </p:nvSpPr>
        <p:spPr>
          <a:xfrm>
            <a:off x="5721930" y="1755415"/>
            <a:ext cx="2931226" cy="483138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21" name="Espace réservé du contenu 20"/>
          <p:cNvSpPr>
            <a:spLocks noGrp="1"/>
          </p:cNvSpPr>
          <p:nvPr>
            <p:ph sz="quarter" idx="36"/>
          </p:nvPr>
        </p:nvSpPr>
        <p:spPr>
          <a:xfrm>
            <a:off x="4820144" y="1253503"/>
            <a:ext cx="590550" cy="427435"/>
          </a:xfrm>
        </p:spPr>
        <p:txBody>
          <a:bodyPr/>
          <a:lstStyle/>
          <a:p>
            <a:r>
              <a:rPr lang="fr-FR" dirty="0"/>
              <a:t>04</a:t>
            </a:r>
          </a:p>
        </p:txBody>
      </p:sp>
      <p:sp>
        <p:nvSpPr>
          <p:cNvPr id="22" name="Espace réservé du pied de page 2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sp>
        <p:nvSpPr>
          <p:cNvPr id="17" name="Espace réservé du texte 14"/>
          <p:cNvSpPr>
            <a:spLocks noGrp="1"/>
          </p:cNvSpPr>
          <p:nvPr>
            <p:ph type="body" sz="quarter" idx="30"/>
          </p:nvPr>
        </p:nvSpPr>
        <p:spPr>
          <a:xfrm>
            <a:off x="5721930" y="2316676"/>
            <a:ext cx="1902524" cy="532082"/>
          </a:xfrm>
        </p:spPr>
        <p:txBody>
          <a:bodyPr/>
          <a:lstStyle/>
          <a:p>
            <a:r>
              <a:rPr lang="fr-FR" dirty="0"/>
              <a:t>Evaluation des modèles</a:t>
            </a:r>
          </a:p>
        </p:txBody>
      </p:sp>
      <p:sp>
        <p:nvSpPr>
          <p:cNvPr id="19" name="Espace réservé du texte 17"/>
          <p:cNvSpPr>
            <a:spLocks noGrp="1"/>
          </p:cNvSpPr>
          <p:nvPr>
            <p:ph type="body" sz="quarter" idx="33"/>
          </p:nvPr>
        </p:nvSpPr>
        <p:spPr>
          <a:xfrm>
            <a:off x="5721930" y="2871880"/>
            <a:ext cx="2931226" cy="483138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20" name="Espace réservé du contenu 20"/>
          <p:cNvSpPr>
            <a:spLocks noGrp="1"/>
          </p:cNvSpPr>
          <p:nvPr>
            <p:ph sz="quarter" idx="36"/>
          </p:nvPr>
        </p:nvSpPr>
        <p:spPr>
          <a:xfrm>
            <a:off x="4820144" y="2369968"/>
            <a:ext cx="590550" cy="427435"/>
          </a:xfrm>
        </p:spPr>
        <p:txBody>
          <a:bodyPr/>
          <a:lstStyle/>
          <a:p>
            <a:r>
              <a:rPr lang="fr-FR" dirty="0"/>
              <a:t>05</a:t>
            </a:r>
          </a:p>
        </p:txBody>
      </p:sp>
      <p:sp>
        <p:nvSpPr>
          <p:cNvPr id="23" name="Espace réservé du texte 14"/>
          <p:cNvSpPr>
            <a:spLocks noGrp="1"/>
          </p:cNvSpPr>
          <p:nvPr>
            <p:ph type="body" sz="quarter" idx="30"/>
          </p:nvPr>
        </p:nvSpPr>
        <p:spPr>
          <a:xfrm>
            <a:off x="5721930" y="3560861"/>
            <a:ext cx="1902524" cy="532082"/>
          </a:xfrm>
        </p:spPr>
        <p:txBody>
          <a:bodyPr/>
          <a:lstStyle/>
          <a:p>
            <a:r>
              <a:rPr lang="fr-FR" dirty="0"/>
              <a:t>Suivi des expériences ML</a:t>
            </a:r>
          </a:p>
        </p:txBody>
      </p:sp>
      <p:sp>
        <p:nvSpPr>
          <p:cNvPr id="24" name="Espace réservé du texte 17"/>
          <p:cNvSpPr>
            <a:spLocks noGrp="1"/>
          </p:cNvSpPr>
          <p:nvPr>
            <p:ph type="body" sz="quarter" idx="33"/>
          </p:nvPr>
        </p:nvSpPr>
        <p:spPr>
          <a:xfrm>
            <a:off x="5721930" y="4116065"/>
            <a:ext cx="2931226" cy="483138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25" name="Espace réservé du contenu 20"/>
          <p:cNvSpPr>
            <a:spLocks noGrp="1"/>
          </p:cNvSpPr>
          <p:nvPr>
            <p:ph sz="quarter" idx="36"/>
          </p:nvPr>
        </p:nvSpPr>
        <p:spPr>
          <a:xfrm>
            <a:off x="4820144" y="3614154"/>
            <a:ext cx="590550" cy="427435"/>
          </a:xfrm>
        </p:spPr>
        <p:txBody>
          <a:bodyPr/>
          <a:lstStyle/>
          <a:p>
            <a:r>
              <a:rPr lang="fr-FR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486474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01 Introduction de GCP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pic>
        <p:nvPicPr>
          <p:cNvPr id="6" name="Picture 10" descr="Google Cloud Platform - Algo Jungle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350" y="1176338"/>
            <a:ext cx="6107945" cy="3220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9902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01 Introduction de GCP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9024" y="1745341"/>
            <a:ext cx="857370" cy="614448"/>
          </a:xfrm>
          <a:prstGeom prst="rect">
            <a:avLst/>
          </a:prstGeom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4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31" y="980645"/>
            <a:ext cx="600159" cy="614448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931" y="2527513"/>
            <a:ext cx="543001" cy="571580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1972" y="3246480"/>
            <a:ext cx="514422" cy="57872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931" y="4003112"/>
            <a:ext cx="735909" cy="550145"/>
          </a:xfrm>
          <a:prstGeom prst="rect">
            <a:avLst/>
          </a:prstGeom>
        </p:spPr>
      </p:pic>
      <p:sp>
        <p:nvSpPr>
          <p:cNvPr id="17" name="ZoneTexte 16"/>
          <p:cNvSpPr txBox="1"/>
          <p:nvPr/>
        </p:nvSpPr>
        <p:spPr>
          <a:xfrm>
            <a:off x="1084116" y="1048730"/>
            <a:ext cx="6219972" cy="40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13" dirty="0" err="1"/>
              <a:t>Compute</a:t>
            </a:r>
            <a:r>
              <a:rPr lang="fr-FR" sz="1013" dirty="0"/>
              <a:t>: exécution d’application et de </a:t>
            </a:r>
            <a:r>
              <a:rPr lang="fr-FR" sz="1013" dirty="0" err="1"/>
              <a:t>workload</a:t>
            </a:r>
            <a:endParaRPr lang="fr-FR" sz="1013" dirty="0"/>
          </a:p>
          <a:p>
            <a:r>
              <a:rPr lang="fr-FR" sz="1013" dirty="0"/>
              <a:t>- </a:t>
            </a:r>
            <a:r>
              <a:rPr lang="fr-FR" sz="1013" dirty="0" err="1"/>
              <a:t>Compute</a:t>
            </a:r>
            <a:r>
              <a:rPr lang="fr-FR" sz="1013" dirty="0"/>
              <a:t> Engine (</a:t>
            </a:r>
            <a:r>
              <a:rPr lang="fr-FR" sz="1013" dirty="0" err="1"/>
              <a:t>VMs</a:t>
            </a:r>
            <a:r>
              <a:rPr lang="fr-FR" sz="1013" dirty="0"/>
              <a:t>), </a:t>
            </a:r>
            <a:r>
              <a:rPr lang="fr-FR" sz="1013" dirty="0" err="1"/>
              <a:t>Kubernetes</a:t>
            </a:r>
            <a:r>
              <a:rPr lang="fr-FR" sz="1013" dirty="0"/>
              <a:t>, </a:t>
            </a:r>
            <a:r>
              <a:rPr lang="fr-FR" sz="1013" dirty="0" err="1"/>
              <a:t>Clound</a:t>
            </a:r>
            <a:r>
              <a:rPr lang="fr-FR" sz="1013" dirty="0"/>
              <a:t> </a:t>
            </a:r>
            <a:r>
              <a:rPr lang="fr-FR" sz="1013" dirty="0" err="1"/>
              <a:t>Run</a:t>
            </a:r>
            <a:r>
              <a:rPr lang="fr-FR" sz="1013" dirty="0"/>
              <a:t> (Conteneurs </a:t>
            </a:r>
            <a:r>
              <a:rPr lang="fr-FR" sz="1013" dirty="0" err="1"/>
              <a:t>serverless</a:t>
            </a:r>
            <a:r>
              <a:rPr lang="fr-FR" sz="1013" dirty="0"/>
              <a:t>), App Engine (applications web) 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3959306" y="1812525"/>
            <a:ext cx="3576620" cy="40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1013" dirty="0"/>
              <a:t>Stockage et BDD : service pour stocker et gérer les données</a:t>
            </a:r>
          </a:p>
          <a:p>
            <a:pPr algn="r"/>
            <a:r>
              <a:rPr lang="fr-FR" sz="1013" dirty="0"/>
              <a:t>- Cloud Storage, Persistent Disk, </a:t>
            </a:r>
            <a:r>
              <a:rPr lang="fr-FR" sz="1013" dirty="0" err="1"/>
              <a:t>Filestore</a:t>
            </a:r>
            <a:r>
              <a:rPr lang="fr-FR" sz="1013" dirty="0"/>
              <a:t>, Cloud SQL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1105551" y="2533713"/>
            <a:ext cx="3225563" cy="40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13" dirty="0"/>
              <a:t>Networking: connectivité, sécurité et gestion du trafic</a:t>
            </a:r>
          </a:p>
          <a:p>
            <a:r>
              <a:rPr lang="fr-FR" sz="1013" dirty="0"/>
              <a:t>- VPC, </a:t>
            </a:r>
            <a:r>
              <a:rPr lang="fr-FR" sz="1013" dirty="0" err="1"/>
              <a:t>Load</a:t>
            </a:r>
            <a:r>
              <a:rPr lang="fr-FR" sz="1013" dirty="0"/>
              <a:t> </a:t>
            </a:r>
            <a:r>
              <a:rPr lang="fr-FR" sz="1013" dirty="0" err="1"/>
              <a:t>Balancing</a:t>
            </a:r>
            <a:r>
              <a:rPr lang="fr-FR" sz="1013" dirty="0"/>
              <a:t>, Cloud CDN, Cloud NAT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2698903" y="3293469"/>
            <a:ext cx="5105886" cy="40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1013" dirty="0"/>
              <a:t>Analyse de données &amp; </a:t>
            </a:r>
            <a:r>
              <a:rPr lang="fr-FR" sz="1013" dirty="0" err="1"/>
              <a:t>Big</a:t>
            </a:r>
            <a:r>
              <a:rPr lang="fr-FR" sz="1013" dirty="0"/>
              <a:t> Data : traitement et analyse de grands volumes de données</a:t>
            </a:r>
          </a:p>
          <a:p>
            <a:pPr algn="r"/>
            <a:r>
              <a:rPr lang="fr-FR" sz="1013" dirty="0"/>
              <a:t>- </a:t>
            </a:r>
            <a:r>
              <a:rPr lang="fr-FR" sz="1013" dirty="0" err="1"/>
              <a:t>BigQuery</a:t>
            </a:r>
            <a:r>
              <a:rPr lang="fr-FR" sz="1013" dirty="0"/>
              <a:t>, </a:t>
            </a:r>
            <a:r>
              <a:rPr lang="fr-FR" sz="1013" dirty="0" err="1"/>
              <a:t>Dataflow</a:t>
            </a:r>
            <a:r>
              <a:rPr lang="fr-FR" sz="1013" dirty="0"/>
              <a:t>, Pub/</a:t>
            </a:r>
            <a:r>
              <a:rPr lang="fr-FR" sz="1013" dirty="0" err="1"/>
              <a:t>Sub</a:t>
            </a:r>
            <a:r>
              <a:rPr lang="fr-FR" sz="1013" dirty="0"/>
              <a:t>, </a:t>
            </a:r>
            <a:r>
              <a:rPr lang="fr-FR" sz="1013" dirty="0" err="1"/>
              <a:t>Dataproc</a:t>
            </a:r>
            <a:endParaRPr lang="fr-FR" sz="1013" dirty="0"/>
          </a:p>
        </p:txBody>
      </p:sp>
      <p:sp>
        <p:nvSpPr>
          <p:cNvPr id="21" name="ZoneTexte 20"/>
          <p:cNvSpPr txBox="1"/>
          <p:nvPr/>
        </p:nvSpPr>
        <p:spPr>
          <a:xfrm>
            <a:off x="1327512" y="4072401"/>
            <a:ext cx="4410182" cy="40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13" dirty="0" err="1"/>
              <a:t>DevOps</a:t>
            </a:r>
            <a:r>
              <a:rPr lang="fr-FR" sz="1013" dirty="0"/>
              <a:t> &amp; Outil pour développeurs : CI/CD, surveillance et automatisation</a:t>
            </a:r>
          </a:p>
          <a:p>
            <a:r>
              <a:rPr lang="fr-FR" sz="1013" dirty="0"/>
              <a:t>- Cloud </a:t>
            </a:r>
            <a:r>
              <a:rPr lang="fr-FR" sz="1013" dirty="0" err="1"/>
              <a:t>Build</a:t>
            </a:r>
            <a:r>
              <a:rPr lang="fr-FR" sz="1013" dirty="0"/>
              <a:t> (CI/CD), </a:t>
            </a:r>
            <a:r>
              <a:rPr lang="fr-FR" sz="1013" dirty="0" err="1"/>
              <a:t>Artifact</a:t>
            </a:r>
            <a:r>
              <a:rPr lang="fr-FR" sz="1013" dirty="0"/>
              <a:t> </a:t>
            </a:r>
            <a:r>
              <a:rPr lang="fr-FR" sz="1013" dirty="0" err="1"/>
              <a:t>Registry</a:t>
            </a:r>
            <a:r>
              <a:rPr lang="fr-FR" sz="1013" dirty="0"/>
              <a:t>, Cloud </a:t>
            </a:r>
            <a:r>
              <a:rPr lang="fr-FR" sz="1013" dirty="0" err="1"/>
              <a:t>functions</a:t>
            </a:r>
            <a:r>
              <a:rPr lang="fr-FR" sz="1013" dirty="0"/>
              <a:t>, Cloud </a:t>
            </a:r>
            <a:r>
              <a:rPr lang="fr-FR" sz="1013" dirty="0" err="1"/>
              <a:t>Scheduler</a:t>
            </a:r>
            <a:endParaRPr lang="fr-FR" sz="1013" dirty="0"/>
          </a:p>
        </p:txBody>
      </p:sp>
      <p:cxnSp>
        <p:nvCxnSpPr>
          <p:cNvPr id="24" name="Connecteur droit 23"/>
          <p:cNvCxnSpPr/>
          <p:nvPr/>
        </p:nvCxnSpPr>
        <p:spPr>
          <a:xfrm>
            <a:off x="382089" y="1665566"/>
            <a:ext cx="84059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>
            <a:off x="412109" y="2434953"/>
            <a:ext cx="84059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/>
        </p:nvCxnSpPr>
        <p:spPr>
          <a:xfrm>
            <a:off x="382089" y="3168101"/>
            <a:ext cx="84059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>
            <a:off x="363349" y="3912684"/>
            <a:ext cx="84059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9141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01 Introduction de GCP</a:t>
            </a: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835" y="999429"/>
            <a:ext cx="850225" cy="571580"/>
          </a:xfrm>
          <a:prstGeom prst="rect">
            <a:avLst/>
          </a:prstGeom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86" y="1739633"/>
            <a:ext cx="835936" cy="585869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0820" y="2532363"/>
            <a:ext cx="471554" cy="571580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931" y="3320403"/>
            <a:ext cx="828791" cy="585869"/>
          </a:xfrm>
          <a:prstGeom prst="rect">
            <a:avLst/>
          </a:prstGeom>
        </p:spPr>
      </p:pic>
      <p:sp>
        <p:nvSpPr>
          <p:cNvPr id="22" name="ZoneTexte 21"/>
          <p:cNvSpPr txBox="1"/>
          <p:nvPr/>
        </p:nvSpPr>
        <p:spPr>
          <a:xfrm>
            <a:off x="2943891" y="1049281"/>
            <a:ext cx="4725974" cy="40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1013" dirty="0"/>
              <a:t>Sécurité &amp; Gestion des identités : gestion des accès et surveillance des menaces</a:t>
            </a:r>
          </a:p>
          <a:p>
            <a:pPr algn="r"/>
            <a:r>
              <a:rPr lang="fr-FR" sz="1013" dirty="0"/>
              <a:t>- IAM, Cloud </a:t>
            </a:r>
            <a:r>
              <a:rPr lang="fr-FR" sz="1013" dirty="0" err="1"/>
              <a:t>Identity</a:t>
            </a:r>
            <a:r>
              <a:rPr lang="fr-FR" sz="1013" dirty="0"/>
              <a:t>, Security Command Center, Cloud Armor, Secret Manager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1508770" y="1797418"/>
            <a:ext cx="3270447" cy="40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13" dirty="0" err="1"/>
              <a:t>IoT</a:t>
            </a:r>
            <a:r>
              <a:rPr lang="fr-FR" sz="1013" dirty="0"/>
              <a:t> &amp; </a:t>
            </a:r>
            <a:r>
              <a:rPr lang="fr-FR" sz="1013" dirty="0" err="1"/>
              <a:t>Edge</a:t>
            </a:r>
            <a:r>
              <a:rPr lang="fr-FR" sz="1013" dirty="0"/>
              <a:t> </a:t>
            </a:r>
            <a:r>
              <a:rPr lang="fr-FR" sz="1013" dirty="0" err="1"/>
              <a:t>Computing</a:t>
            </a:r>
            <a:r>
              <a:rPr lang="fr-FR" sz="1013" dirty="0"/>
              <a:t> : gestion des appareil </a:t>
            </a:r>
            <a:r>
              <a:rPr lang="fr-FR" sz="1013" dirty="0" err="1"/>
              <a:t>IoT</a:t>
            </a:r>
            <a:r>
              <a:rPr lang="fr-FR" sz="1013" dirty="0"/>
              <a:t> et IA</a:t>
            </a:r>
          </a:p>
          <a:p>
            <a:r>
              <a:rPr lang="fr-FR" sz="1013" dirty="0"/>
              <a:t>- </a:t>
            </a:r>
            <a:r>
              <a:rPr lang="fr-FR" sz="1013" dirty="0" err="1"/>
              <a:t>IoT</a:t>
            </a:r>
            <a:r>
              <a:rPr lang="fr-FR" sz="1013" dirty="0"/>
              <a:t> </a:t>
            </a:r>
            <a:r>
              <a:rPr lang="fr-FR" sz="1013" dirty="0" err="1"/>
              <a:t>Core</a:t>
            </a:r>
            <a:r>
              <a:rPr lang="fr-FR" sz="1013" dirty="0"/>
              <a:t>, </a:t>
            </a:r>
            <a:r>
              <a:rPr lang="fr-FR" sz="1013" dirty="0" err="1"/>
              <a:t>Edge</a:t>
            </a:r>
            <a:r>
              <a:rPr lang="fr-FR" sz="1013" dirty="0"/>
              <a:t> TPU 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2972230" y="2549938"/>
            <a:ext cx="4769255" cy="40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1013" dirty="0"/>
              <a:t>AI et Machine Learning : outils pour créer, entrainer et déployer des modèles ML</a:t>
            </a:r>
          </a:p>
          <a:p>
            <a:pPr algn="r"/>
            <a:r>
              <a:rPr lang="fr-FR" sz="1013" dirty="0"/>
              <a:t>- </a:t>
            </a:r>
            <a:r>
              <a:rPr lang="fr-FR" sz="1013" b="1" dirty="0"/>
              <a:t>Vertex AI</a:t>
            </a:r>
            <a:r>
              <a:rPr lang="fr-FR" sz="1013" dirty="0"/>
              <a:t>, </a:t>
            </a:r>
            <a:r>
              <a:rPr lang="fr-FR" sz="1013" dirty="0" err="1"/>
              <a:t>AutoML</a:t>
            </a:r>
            <a:r>
              <a:rPr lang="fr-FR" sz="1013" dirty="0"/>
              <a:t>, AI API, </a:t>
            </a:r>
            <a:r>
              <a:rPr lang="fr-FR" sz="1013" dirty="0" err="1"/>
              <a:t>BigQuery</a:t>
            </a:r>
            <a:r>
              <a:rPr lang="fr-FR" sz="1013" dirty="0"/>
              <a:t> ML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1534401" y="3386176"/>
            <a:ext cx="4374916" cy="40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13" dirty="0"/>
              <a:t>Gestion &amp; Supervision : outils pour surveiller et analyser les performances</a:t>
            </a:r>
          </a:p>
          <a:p>
            <a:r>
              <a:rPr lang="fr-FR" sz="1013" dirty="0"/>
              <a:t>- Cloud </a:t>
            </a:r>
            <a:r>
              <a:rPr lang="fr-FR" sz="1013" dirty="0" err="1"/>
              <a:t>Logging</a:t>
            </a:r>
            <a:r>
              <a:rPr lang="fr-FR" sz="1013" dirty="0"/>
              <a:t>, Cloud Monitoring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3427485" y="4039122"/>
            <a:ext cx="4314001" cy="40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1013" dirty="0" err="1"/>
              <a:t>Hybrid</a:t>
            </a:r>
            <a:r>
              <a:rPr lang="fr-FR" sz="1013" dirty="0"/>
              <a:t> &amp; Multi-cloud : gestion des charge de travail sur plusieurs </a:t>
            </a:r>
            <a:r>
              <a:rPr lang="fr-FR" sz="1013" dirty="0" err="1"/>
              <a:t>clouds</a:t>
            </a:r>
            <a:endParaRPr lang="fr-FR" sz="1013" dirty="0"/>
          </a:p>
          <a:p>
            <a:pPr algn="r"/>
            <a:r>
              <a:rPr lang="fr-FR" sz="1013" dirty="0"/>
              <a:t>- </a:t>
            </a:r>
            <a:r>
              <a:rPr lang="fr-FR" sz="1013" dirty="0" err="1"/>
              <a:t>Anthos</a:t>
            </a:r>
            <a:r>
              <a:rPr lang="fr-FR" sz="1013" dirty="0"/>
              <a:t>, Cloud </a:t>
            </a:r>
            <a:r>
              <a:rPr lang="fr-FR" sz="1013" dirty="0" err="1"/>
              <a:t>VmWare</a:t>
            </a:r>
            <a:r>
              <a:rPr lang="fr-FR" sz="1013" dirty="0"/>
              <a:t> Engine, </a:t>
            </a:r>
            <a:r>
              <a:rPr lang="fr-FR" sz="1013" dirty="0" err="1"/>
              <a:t>BigQuery</a:t>
            </a:r>
            <a:r>
              <a:rPr lang="fr-FR" sz="1013" dirty="0"/>
              <a:t> Omni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1520" y="4039121"/>
            <a:ext cx="510854" cy="383846"/>
          </a:xfrm>
          <a:prstGeom prst="rect">
            <a:avLst/>
          </a:prstGeom>
        </p:spPr>
      </p:pic>
      <p:sp>
        <p:nvSpPr>
          <p:cNvPr id="27" name="ZoneTexte 26"/>
          <p:cNvSpPr txBox="1"/>
          <p:nvPr/>
        </p:nvSpPr>
        <p:spPr>
          <a:xfrm>
            <a:off x="7816502" y="4410340"/>
            <a:ext cx="700190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50" dirty="0">
                <a:solidFill>
                  <a:srgbClr val="000000"/>
                </a:solidFill>
              </a:rPr>
              <a:t>Multi-cloud </a:t>
            </a:r>
          </a:p>
        </p:txBody>
      </p:sp>
      <p:cxnSp>
        <p:nvCxnSpPr>
          <p:cNvPr id="28" name="Connecteur droit 27"/>
          <p:cNvCxnSpPr/>
          <p:nvPr/>
        </p:nvCxnSpPr>
        <p:spPr>
          <a:xfrm>
            <a:off x="382089" y="1665566"/>
            <a:ext cx="84059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>
            <a:off x="406538" y="2439901"/>
            <a:ext cx="84059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/>
        </p:nvCxnSpPr>
        <p:spPr>
          <a:xfrm>
            <a:off x="434969" y="3180858"/>
            <a:ext cx="84059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>
            <a:off x="406538" y="3980338"/>
            <a:ext cx="84059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2798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MLOps</a:t>
            </a:r>
            <a:r>
              <a:rPr lang="fr-FR" dirty="0"/>
              <a:t> avec Vertex AI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pic>
        <p:nvPicPr>
          <p:cNvPr id="6" name="Picture 4" descr="What is Google Vertex AI? The Ultimate Guide in 2024 - ChatFAI Blo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5785" y="1067842"/>
            <a:ext cx="5021075" cy="3483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7460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Vertex AI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7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pic>
        <p:nvPicPr>
          <p:cNvPr id="6" name="Picture 6" descr="Accelerating Model Deployment using Transfer Learning and Vertex AI ..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5" t="17987" r="9998" b="4801"/>
          <a:stretch/>
        </p:blipFill>
        <p:spPr bwMode="auto">
          <a:xfrm>
            <a:off x="1280160" y="1534447"/>
            <a:ext cx="5798127" cy="2924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/>
          <p:cNvSpPr txBox="1"/>
          <p:nvPr/>
        </p:nvSpPr>
        <p:spPr>
          <a:xfrm>
            <a:off x="2248291" y="945824"/>
            <a:ext cx="1427090" cy="6117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900" b="1" i="1" dirty="0"/>
              <a:t>Vertex AI </a:t>
            </a:r>
            <a:r>
              <a:rPr lang="fr-FR" sz="900" b="1" i="1" dirty="0" err="1"/>
              <a:t>Dataset</a:t>
            </a:r>
            <a:r>
              <a:rPr lang="fr-FR" sz="900" b="1" i="1" dirty="0"/>
              <a:t> </a:t>
            </a:r>
            <a:r>
              <a:rPr lang="fr-FR" sz="900" dirty="0"/>
              <a:t>: </a:t>
            </a:r>
            <a:r>
              <a:rPr lang="fr-FR" sz="825" dirty="0"/>
              <a:t>Importer, labéliser et gérer les </a:t>
            </a:r>
            <a:r>
              <a:rPr lang="fr-FR" sz="825" dirty="0" err="1"/>
              <a:t>datasets</a:t>
            </a:r>
            <a:r>
              <a:rPr lang="fr-FR" sz="825" dirty="0"/>
              <a:t> pour entrainer des modèles ML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4794922" y="945824"/>
            <a:ext cx="1315721" cy="6117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900" b="1" i="1" dirty="0" err="1"/>
              <a:t>AutoML</a:t>
            </a:r>
            <a:r>
              <a:rPr lang="fr-FR" sz="900" b="1" i="1" dirty="0"/>
              <a:t> : </a:t>
            </a:r>
            <a:br>
              <a:rPr lang="fr-FR" sz="900" dirty="0"/>
            </a:br>
            <a:r>
              <a:rPr lang="fr-FR" sz="825" dirty="0"/>
              <a:t>Entrainer des modèles ML customisés sans coder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77472" y="1888715"/>
            <a:ext cx="1202689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900" b="1" i="1" dirty="0" err="1"/>
              <a:t>Feature</a:t>
            </a:r>
            <a:r>
              <a:rPr lang="fr-FR" sz="900" b="1" i="1" dirty="0"/>
              <a:t> Store : </a:t>
            </a:r>
            <a:br>
              <a:rPr lang="fr-FR" sz="900" b="1" i="1" dirty="0"/>
            </a:br>
            <a:r>
              <a:rPr lang="fr-FR" sz="825" dirty="0"/>
              <a:t>Centraliser le stockage et partager les </a:t>
            </a:r>
            <a:r>
              <a:rPr lang="fr-FR" sz="825" dirty="0" err="1"/>
              <a:t>features</a:t>
            </a:r>
            <a:r>
              <a:rPr lang="fr-FR" sz="825" dirty="0"/>
              <a:t> pour de différents modèles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77471" y="3052831"/>
            <a:ext cx="1167129" cy="10041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900" b="1" i="1" dirty="0"/>
              <a:t>Modèle Customisé : - </a:t>
            </a:r>
            <a:r>
              <a:rPr lang="fr-FR" sz="825" dirty="0"/>
              <a:t>Entrainer des modèles ML avec des hardwares optimisés</a:t>
            </a:r>
            <a:br>
              <a:rPr lang="fr-FR" sz="825" dirty="0"/>
            </a:br>
            <a:r>
              <a:rPr lang="fr-FR" sz="825" dirty="0"/>
              <a:t>- Fine-tuner automatiquement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7322428" y="1664233"/>
            <a:ext cx="1315721" cy="8656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900" b="1" i="1" dirty="0"/>
              <a:t>Model </a:t>
            </a:r>
            <a:r>
              <a:rPr lang="fr-FR" sz="900" b="1" i="1" dirty="0" err="1"/>
              <a:t>Serving</a:t>
            </a:r>
            <a:r>
              <a:rPr lang="fr-FR" sz="900" b="1" i="1" dirty="0"/>
              <a:t> : </a:t>
            </a:r>
            <a:r>
              <a:rPr lang="fr-FR" sz="825" dirty="0"/>
              <a:t>Déployer le modèle avec Vertex AI </a:t>
            </a:r>
            <a:r>
              <a:rPr lang="fr-FR" sz="825" dirty="0" err="1"/>
              <a:t>Endpoint</a:t>
            </a:r>
            <a:r>
              <a:rPr lang="fr-FR" sz="825" dirty="0"/>
              <a:t> compatible avec l’inférence en temps-réel et en batch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7322428" y="2825259"/>
            <a:ext cx="1315721" cy="13965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900" b="1" i="1" dirty="0" err="1"/>
              <a:t>MLOps</a:t>
            </a:r>
            <a:r>
              <a:rPr lang="fr-FR" sz="900" b="1" i="1" dirty="0"/>
              <a:t> &amp; Model Monitoring : </a:t>
            </a:r>
            <a:br>
              <a:rPr lang="fr-FR" sz="900" b="1" i="1" dirty="0"/>
            </a:br>
            <a:r>
              <a:rPr lang="fr-FR" sz="900" b="1" i="1" dirty="0"/>
              <a:t>- </a:t>
            </a:r>
            <a:r>
              <a:rPr lang="fr-FR" sz="825" dirty="0"/>
              <a:t>Automatiser et orchestrer le pipeline ML</a:t>
            </a:r>
            <a:br>
              <a:rPr lang="fr-FR" sz="825" dirty="0"/>
            </a:br>
            <a:r>
              <a:rPr lang="fr-FR" sz="825" dirty="0"/>
              <a:t>- Monitor le modèle drift, data drift</a:t>
            </a:r>
            <a:br>
              <a:rPr lang="fr-FR" sz="825" dirty="0"/>
            </a:br>
            <a:r>
              <a:rPr lang="fr-FR" sz="825" dirty="0"/>
              <a:t>- </a:t>
            </a:r>
            <a:r>
              <a:rPr lang="fr-FR" sz="825" dirty="0" err="1"/>
              <a:t>Versionner</a:t>
            </a:r>
            <a:r>
              <a:rPr lang="fr-FR" sz="825" dirty="0"/>
              <a:t> de différents entrainements des modèles</a:t>
            </a:r>
          </a:p>
        </p:txBody>
      </p:sp>
      <p:cxnSp>
        <p:nvCxnSpPr>
          <p:cNvPr id="15" name="Connecteur droit avec flèche 14"/>
          <p:cNvCxnSpPr>
            <a:stCxn id="7" idx="2"/>
          </p:cNvCxnSpPr>
          <p:nvPr/>
        </p:nvCxnSpPr>
        <p:spPr>
          <a:xfrm flipH="1">
            <a:off x="1969673" y="1557530"/>
            <a:ext cx="992163" cy="100787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8" idx="2"/>
          </p:cNvCxnSpPr>
          <p:nvPr/>
        </p:nvCxnSpPr>
        <p:spPr>
          <a:xfrm flipH="1">
            <a:off x="3675381" y="1557530"/>
            <a:ext cx="1777402" cy="57099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>
            <a:stCxn id="7" idx="2"/>
          </p:cNvCxnSpPr>
          <p:nvPr/>
        </p:nvCxnSpPr>
        <p:spPr>
          <a:xfrm flipH="1">
            <a:off x="2199640" y="1557530"/>
            <a:ext cx="762196" cy="126773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/>
          <p:cNvCxnSpPr>
            <a:stCxn id="9" idx="3"/>
          </p:cNvCxnSpPr>
          <p:nvPr/>
        </p:nvCxnSpPr>
        <p:spPr>
          <a:xfrm>
            <a:off x="1280161" y="2258047"/>
            <a:ext cx="1021079" cy="346249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>
            <a:stCxn id="10" idx="3"/>
          </p:cNvCxnSpPr>
          <p:nvPr/>
        </p:nvCxnSpPr>
        <p:spPr>
          <a:xfrm flipV="1">
            <a:off x="1244600" y="2743200"/>
            <a:ext cx="1717236" cy="81169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/>
          <p:cNvCxnSpPr>
            <a:stCxn id="12" idx="1"/>
          </p:cNvCxnSpPr>
          <p:nvPr/>
        </p:nvCxnSpPr>
        <p:spPr>
          <a:xfrm flipH="1">
            <a:off x="4942841" y="3523527"/>
            <a:ext cx="2379587" cy="11375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/>
          <p:cNvCxnSpPr>
            <a:stCxn id="12" idx="1"/>
          </p:cNvCxnSpPr>
          <p:nvPr/>
        </p:nvCxnSpPr>
        <p:spPr>
          <a:xfrm flipH="1" flipV="1">
            <a:off x="3525521" y="3199505"/>
            <a:ext cx="3796907" cy="32402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/>
          <p:cNvCxnSpPr>
            <a:stCxn id="11" idx="1"/>
          </p:cNvCxnSpPr>
          <p:nvPr/>
        </p:nvCxnSpPr>
        <p:spPr>
          <a:xfrm flipH="1">
            <a:off x="4362201" y="2097044"/>
            <a:ext cx="2960227" cy="56354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/>
          <p:cNvCxnSpPr>
            <a:stCxn id="12" idx="1"/>
          </p:cNvCxnSpPr>
          <p:nvPr/>
        </p:nvCxnSpPr>
        <p:spPr>
          <a:xfrm flipH="1" flipV="1">
            <a:off x="5908041" y="2810807"/>
            <a:ext cx="1414387" cy="71272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1040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Vertex AI – </a:t>
            </a:r>
            <a:r>
              <a:rPr lang="fr-FR" dirty="0" err="1"/>
              <a:t>Feature</a:t>
            </a:r>
            <a:r>
              <a:rPr lang="fr-FR" dirty="0"/>
              <a:t> Store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8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pic>
        <p:nvPicPr>
          <p:cNvPr id="7" name="Picture 2" descr="Introduction to Vertex AI Feature Store - NashTech Insights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728" y="1316513"/>
            <a:ext cx="5129893" cy="2693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ata model and resources | Vertex AI | Google Cloud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5370" y="1865156"/>
            <a:ext cx="3471646" cy="1410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/>
          <p:cNvSpPr txBox="1"/>
          <p:nvPr/>
        </p:nvSpPr>
        <p:spPr>
          <a:xfrm>
            <a:off x="2348960" y="4011382"/>
            <a:ext cx="3419526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13" dirty="0"/>
              <a:t>Exemple d’utilisation de </a:t>
            </a:r>
            <a:r>
              <a:rPr lang="fr-FR" sz="1013" dirty="0" err="1"/>
              <a:t>Feature</a:t>
            </a:r>
            <a:r>
              <a:rPr lang="fr-FR" sz="1013" dirty="0"/>
              <a:t> Store dans un projet ML</a:t>
            </a:r>
          </a:p>
        </p:txBody>
      </p:sp>
    </p:spTree>
    <p:extLst>
      <p:ext uri="{BB962C8B-B14F-4D97-AF65-F5344CB8AC3E}">
        <p14:creationId xmlns:p14="http://schemas.microsoft.com/office/powerpoint/2010/main" val="3347205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Vertex AI – Model </a:t>
            </a:r>
            <a:r>
              <a:rPr lang="fr-FR" dirty="0" err="1"/>
              <a:t>Registry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9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pic>
        <p:nvPicPr>
          <p:cNvPr id="9" name="Picture 8" descr="Streamline your models to production with the Vertex AI Model Registry ...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616" y="1071877"/>
            <a:ext cx="6027413" cy="293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/>
          <p:cNvSpPr txBox="1"/>
          <p:nvPr/>
        </p:nvSpPr>
        <p:spPr>
          <a:xfrm>
            <a:off x="1636349" y="4103919"/>
            <a:ext cx="5859945" cy="40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13" dirty="0" err="1"/>
              <a:t>Versionning</a:t>
            </a:r>
            <a:r>
              <a:rPr lang="fr-FR" sz="1013" dirty="0"/>
              <a:t> de plusieurs modèles et déployer le meilleur modèle facilement</a:t>
            </a:r>
          </a:p>
          <a:p>
            <a:endParaRPr lang="fr-FR" sz="1013" dirty="0"/>
          </a:p>
        </p:txBody>
      </p:sp>
    </p:spTree>
    <p:extLst>
      <p:ext uri="{BB962C8B-B14F-4D97-AF65-F5344CB8AC3E}">
        <p14:creationId xmlns:p14="http://schemas.microsoft.com/office/powerpoint/2010/main" val="4129553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Vertex AI – Model Evaluation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10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pic>
        <p:nvPicPr>
          <p:cNvPr id="7" name="Picture 2" descr="TensorBoard view appears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00" y="987465"/>
            <a:ext cx="3982643" cy="361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/>
          <p:cNvSpPr txBox="1"/>
          <p:nvPr/>
        </p:nvSpPr>
        <p:spPr>
          <a:xfrm>
            <a:off x="4832035" y="1781635"/>
            <a:ext cx="4093678" cy="1171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13" b="1" i="1" dirty="0" err="1"/>
              <a:t>Tensorboard</a:t>
            </a:r>
            <a:r>
              <a:rPr lang="fr-FR" sz="1013" b="1" i="1" dirty="0"/>
              <a:t>:</a:t>
            </a:r>
          </a:p>
          <a:p>
            <a:pPr marL="214313" indent="-214313">
              <a:buFontTx/>
              <a:buChar char="-"/>
            </a:pPr>
            <a:r>
              <a:rPr lang="fr-FR" sz="1200" dirty="0"/>
              <a:t>Suivre des métriques de l’entrainement en temps réel</a:t>
            </a:r>
          </a:p>
          <a:p>
            <a:pPr marL="214313" indent="-214313">
              <a:buFontTx/>
              <a:buChar char="-"/>
            </a:pPr>
            <a:r>
              <a:rPr lang="fr-FR" sz="1200" dirty="0"/>
              <a:t>Fine-tuner les hyper paramètres</a:t>
            </a:r>
          </a:p>
          <a:p>
            <a:pPr marL="214313" indent="-214313">
              <a:buFontTx/>
              <a:buChar char="-"/>
            </a:pPr>
            <a:r>
              <a:rPr lang="fr-FR" sz="1200" dirty="0"/>
              <a:t>Visualiser le graph d’apprentissage en fonction des hyper paramètres</a:t>
            </a:r>
          </a:p>
          <a:p>
            <a:pPr marL="214313" indent="-214313">
              <a:buFontTx/>
              <a:buChar char="-"/>
            </a:pPr>
            <a:r>
              <a:rPr lang="fr-FR" sz="1200" dirty="0"/>
              <a:t>Debugger le résultat</a:t>
            </a:r>
          </a:p>
        </p:txBody>
      </p:sp>
    </p:spTree>
    <p:extLst>
      <p:ext uri="{BB962C8B-B14F-4D97-AF65-F5344CB8AC3E}">
        <p14:creationId xmlns:p14="http://schemas.microsoft.com/office/powerpoint/2010/main" val="3993066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Vertex AI – Expériences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11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pic>
        <p:nvPicPr>
          <p:cNvPr id="8" name="Espace réservé du contenu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731" y="1047010"/>
            <a:ext cx="5882663" cy="3500578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383932" y="1397001"/>
            <a:ext cx="2333868" cy="2094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13" b="1" i="1" dirty="0"/>
              <a:t>Expériences:</a:t>
            </a:r>
          </a:p>
          <a:p>
            <a:pPr marL="214313" indent="-214313">
              <a:buFontTx/>
              <a:buChar char="-"/>
            </a:pPr>
            <a:r>
              <a:rPr lang="fr-FR" sz="1200" dirty="0"/>
              <a:t>Loguer les paramètres, les hyper paramètres, les métriques et les </a:t>
            </a:r>
            <a:r>
              <a:rPr lang="fr-FR" sz="1200" dirty="0" err="1"/>
              <a:t>artifacts</a:t>
            </a:r>
            <a:r>
              <a:rPr lang="fr-FR" sz="1200" dirty="0"/>
              <a:t> du modèle</a:t>
            </a:r>
          </a:p>
          <a:p>
            <a:pPr marL="214313" indent="-214313">
              <a:buFontTx/>
              <a:buChar char="-"/>
            </a:pPr>
            <a:r>
              <a:rPr lang="fr-FR" sz="1200" dirty="0"/>
              <a:t>Visualiser et comparer plusieurs </a:t>
            </a:r>
            <a:r>
              <a:rPr lang="fr-FR" sz="1200" dirty="0" err="1"/>
              <a:t>runs</a:t>
            </a:r>
            <a:endParaRPr lang="fr-FR" sz="1200" dirty="0"/>
          </a:p>
          <a:p>
            <a:pPr marL="214313" indent="-214313">
              <a:buFontTx/>
              <a:buChar char="-"/>
            </a:pPr>
            <a:r>
              <a:rPr lang="fr-FR" sz="1200" dirty="0"/>
              <a:t>Sauvegarder l’histoire du </a:t>
            </a:r>
            <a:r>
              <a:rPr lang="fr-FR" sz="1200" dirty="0" err="1"/>
              <a:t>run</a:t>
            </a:r>
            <a:r>
              <a:rPr lang="fr-FR" sz="1200" dirty="0"/>
              <a:t>, input et la performance du modèle</a:t>
            </a:r>
          </a:p>
          <a:p>
            <a:pPr marL="214313" indent="-214313">
              <a:buFontTx/>
              <a:buChar char="-"/>
            </a:pPr>
            <a:r>
              <a:rPr lang="fr-FR" sz="1200" dirty="0"/>
              <a:t>Un outil collaboratif</a:t>
            </a:r>
          </a:p>
        </p:txBody>
      </p:sp>
    </p:spTree>
    <p:extLst>
      <p:ext uri="{BB962C8B-B14F-4D97-AF65-F5344CB8AC3E}">
        <p14:creationId xmlns:p14="http://schemas.microsoft.com/office/powerpoint/2010/main" val="2830721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— Notebooks de la séance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12</a:t>
            </a:fld>
            <a:endParaRPr lang="fr-FR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62627B01-911E-8CEC-547D-2DC483113344}"/>
              </a:ext>
            </a:extLst>
          </p:cNvPr>
          <p:cNvSpPr/>
          <p:nvPr/>
        </p:nvSpPr>
        <p:spPr>
          <a:xfrm>
            <a:off x="548640" y="967740"/>
            <a:ext cx="8107680" cy="11026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D0B6BC73-6E59-3C4C-A54C-E29BAD27F1A5}"/>
              </a:ext>
            </a:extLst>
          </p:cNvPr>
          <p:cNvSpPr/>
          <p:nvPr/>
        </p:nvSpPr>
        <p:spPr>
          <a:xfrm>
            <a:off x="548640" y="967740"/>
            <a:ext cx="53340" cy="11026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A76D05D1-5449-30A9-BBB6-251918712253}"/>
              </a:ext>
            </a:extLst>
          </p:cNvPr>
          <p:cNvSpPr/>
          <p:nvPr/>
        </p:nvSpPr>
        <p:spPr>
          <a:xfrm>
            <a:off x="777240" y="9982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ea typeface="Trebuchet MS" pitchFamily="34" charset="-122"/>
                <a:cs typeface="Trebuchet MS" pitchFamily="34" charset="-120"/>
              </a:rPr>
              <a:t>Lab 02a — Experiments &amp; Artifacts </a:t>
            </a:r>
            <a:r>
              <a:rPr lang="en-US" sz="1600" dirty="0">
                <a:solidFill>
                  <a:srgbClr val="0EA5E9"/>
                </a:solidFill>
                <a:ea typeface="Trebuchet MS" pitchFamily="34" charset="-122"/>
                <a:cs typeface="Trebuchet MS" pitchFamily="34" charset="-120"/>
              </a:rPr>
              <a:t>(~45 min)</a:t>
            </a:r>
            <a:endParaRPr lang="en-US" sz="160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4096B3F-653A-74D1-DF63-A674F6F87645}"/>
              </a:ext>
            </a:extLst>
          </p:cNvPr>
          <p:cNvSpPr/>
          <p:nvPr/>
        </p:nvSpPr>
        <p:spPr>
          <a:xfrm>
            <a:off x="1188720" y="1394460"/>
            <a:ext cx="457200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Créer une expérience, logger des paramètres et métriques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Comparer </a:t>
            </a:r>
            <a:r>
              <a:rPr lang="en-US" sz="1200" dirty="0" err="1"/>
              <a:t>plusieurs</a:t>
            </a:r>
            <a:r>
              <a:rPr lang="en-US" sz="1200" dirty="0"/>
              <a:t> runs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</a:t>
            </a:r>
            <a:r>
              <a:rPr lang="fr-FR" sz="1200" dirty="0" err="1"/>
              <a:t>onstruire</a:t>
            </a:r>
            <a:r>
              <a:rPr lang="fr-FR" sz="1200" dirty="0"/>
              <a:t> un graphe de </a:t>
            </a:r>
            <a:r>
              <a:rPr lang="fr-FR" sz="1200" dirty="0" err="1"/>
              <a:t>lineage</a:t>
            </a:r>
            <a:r>
              <a:rPr lang="fr-FR" sz="1200" dirty="0"/>
              <a:t> : </a:t>
            </a:r>
            <a:r>
              <a:rPr lang="fr-FR" sz="1200" dirty="0" err="1"/>
              <a:t>dataset</a:t>
            </a:r>
            <a:r>
              <a:rPr lang="fr-FR" sz="1200" dirty="0"/>
              <a:t> → exécution → modèle</a:t>
            </a:r>
            <a:endParaRPr lang="en-US" sz="120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A0393EDF-0204-CA99-FBB9-FC63FFCE390B}"/>
              </a:ext>
            </a:extLst>
          </p:cNvPr>
          <p:cNvSpPr/>
          <p:nvPr/>
        </p:nvSpPr>
        <p:spPr>
          <a:xfrm>
            <a:off x="548640" y="2203713"/>
            <a:ext cx="8107680" cy="11026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2BA00854-3765-2EC2-F0E0-DE600878FE9D}"/>
              </a:ext>
            </a:extLst>
          </p:cNvPr>
          <p:cNvSpPr/>
          <p:nvPr/>
        </p:nvSpPr>
        <p:spPr>
          <a:xfrm>
            <a:off x="548640" y="2203713"/>
            <a:ext cx="53340" cy="110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16F3EAC5-2590-B10E-0325-B21854EC918C}"/>
              </a:ext>
            </a:extLst>
          </p:cNvPr>
          <p:cNvSpPr/>
          <p:nvPr/>
        </p:nvSpPr>
        <p:spPr>
          <a:xfrm>
            <a:off x="777240" y="2234193"/>
            <a:ext cx="5562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ea typeface="Trebuchet MS" pitchFamily="34" charset="-122"/>
                <a:cs typeface="Trebuchet MS" pitchFamily="34" charset="-120"/>
              </a:rPr>
              <a:t>Lab 02b — Model Registry &amp; Deployment </a:t>
            </a:r>
            <a:r>
              <a:rPr lang="en-US" sz="1600" dirty="0">
                <a:solidFill>
                  <a:srgbClr val="10B981"/>
                </a:solidFill>
                <a:ea typeface="Trebuchet MS" pitchFamily="34" charset="-122"/>
                <a:cs typeface="Trebuchet MS" pitchFamily="34" charset="-120"/>
              </a:rPr>
              <a:t>(~45 min)</a:t>
            </a:r>
            <a:endParaRPr lang="en-US" sz="1600" dirty="0">
              <a:solidFill>
                <a:srgbClr val="10B981"/>
              </a:solidFill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EA92AF0D-ED1A-A40F-6F08-DB0527143D99}"/>
              </a:ext>
            </a:extLst>
          </p:cNvPr>
          <p:cNvSpPr/>
          <p:nvPr/>
        </p:nvSpPr>
        <p:spPr>
          <a:xfrm>
            <a:off x="1188720" y="2630433"/>
            <a:ext cx="649224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Uploader un modèle dans le Model </a:t>
            </a:r>
            <a:r>
              <a:rPr lang="fr-FR" sz="1200" dirty="0" err="1"/>
              <a:t>Registry</a:t>
            </a:r>
            <a:r>
              <a:rPr lang="fr-FR" sz="1200" dirty="0"/>
              <a:t>, gérer les versions et alias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Créer un </a:t>
            </a:r>
            <a:r>
              <a:rPr lang="fr-FR" sz="1200" dirty="0" err="1"/>
              <a:t>endpoint</a:t>
            </a:r>
            <a:r>
              <a:rPr lang="fr-FR" sz="1200" dirty="0"/>
              <a:t> et déployer un modèle pour l'inférence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Cycle </a:t>
            </a:r>
            <a:r>
              <a:rPr lang="en-US" sz="1200" dirty="0" err="1"/>
              <a:t>complet</a:t>
            </a:r>
            <a:r>
              <a:rPr lang="en-US" sz="1200" dirty="0"/>
              <a:t> : upload → version → deploy → predict → </a:t>
            </a:r>
            <a:r>
              <a:rPr lang="en-US" sz="1200" dirty="0" err="1"/>
              <a:t>undeploy</a:t>
            </a:r>
            <a:r>
              <a:rPr lang="en-US" sz="1200" dirty="0"/>
              <a:t> → delete</a:t>
            </a:r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F82B28A7-E3D8-86B1-85EF-587B79F5AA7B}"/>
              </a:ext>
            </a:extLst>
          </p:cNvPr>
          <p:cNvSpPr/>
          <p:nvPr/>
        </p:nvSpPr>
        <p:spPr>
          <a:xfrm>
            <a:off x="548640" y="3439686"/>
            <a:ext cx="8107680" cy="11026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8E76F696-7112-3327-210C-7FBA11548521}"/>
              </a:ext>
            </a:extLst>
          </p:cNvPr>
          <p:cNvSpPr/>
          <p:nvPr/>
        </p:nvSpPr>
        <p:spPr>
          <a:xfrm>
            <a:off x="548640" y="3439686"/>
            <a:ext cx="53340" cy="110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BAC68899-35D3-3068-6785-7B7E9B3D84EE}"/>
              </a:ext>
            </a:extLst>
          </p:cNvPr>
          <p:cNvSpPr/>
          <p:nvPr/>
        </p:nvSpPr>
        <p:spPr>
          <a:xfrm>
            <a:off x="777240" y="3470166"/>
            <a:ext cx="6446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ea typeface="Trebuchet MS" pitchFamily="34" charset="-122"/>
                <a:cs typeface="Trebuchet MS" pitchFamily="34" charset="-120"/>
              </a:rPr>
              <a:t>Lab 02c — Hyperparameter Tuning &amp; </a:t>
            </a:r>
            <a:r>
              <a:rPr lang="en-US" sz="1600" b="1" dirty="0" err="1">
                <a:solidFill>
                  <a:srgbClr val="8B5CF6"/>
                </a:solidFill>
                <a:ea typeface="Trebuchet MS" pitchFamily="34" charset="-122"/>
                <a:cs typeface="Trebuchet MS" pitchFamily="34" charset="-120"/>
              </a:rPr>
              <a:t>TensorBoard</a:t>
            </a:r>
            <a:r>
              <a:rPr lang="en-US" sz="1600" b="1" dirty="0">
                <a:solidFill>
                  <a:srgbClr val="8B5CF6"/>
                </a:solidFill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dirty="0">
                <a:solidFill>
                  <a:srgbClr val="8B5CF6"/>
                </a:solidFill>
                <a:ea typeface="Trebuchet MS" pitchFamily="34" charset="-122"/>
                <a:cs typeface="Trebuchet MS" pitchFamily="34" charset="-120"/>
              </a:rPr>
              <a:t>(~1h)</a:t>
            </a:r>
            <a:endParaRPr lang="en-US" sz="1600" dirty="0">
              <a:solidFill>
                <a:srgbClr val="8B5CF6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8A625DF5-C667-0A97-1CCB-4C330F6E6E6C}"/>
              </a:ext>
            </a:extLst>
          </p:cNvPr>
          <p:cNvSpPr/>
          <p:nvPr/>
        </p:nvSpPr>
        <p:spPr>
          <a:xfrm>
            <a:off x="1188720" y="3866406"/>
            <a:ext cx="627126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err="1"/>
              <a:t>Grid</a:t>
            </a:r>
            <a:r>
              <a:rPr lang="fr-FR" sz="1200" dirty="0"/>
              <a:t> </a:t>
            </a:r>
            <a:r>
              <a:rPr lang="fr-FR" sz="1200" dirty="0" err="1"/>
              <a:t>search</a:t>
            </a:r>
            <a:r>
              <a:rPr lang="fr-FR" sz="1200" dirty="0"/>
              <a:t> sur </a:t>
            </a:r>
            <a:r>
              <a:rPr lang="fr-FR" sz="1200" dirty="0" err="1"/>
              <a:t>FashionMNIST</a:t>
            </a:r>
            <a:r>
              <a:rPr lang="fr-FR" sz="1200" dirty="0"/>
              <a:t> avec le plugin </a:t>
            </a:r>
            <a:r>
              <a:rPr lang="fr-FR" sz="1200" dirty="0" err="1"/>
              <a:t>HParams</a:t>
            </a:r>
            <a:endParaRPr lang="fr-F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Uploader les logs dans Vertex AI </a:t>
            </a:r>
            <a:r>
              <a:rPr lang="fr-FR" sz="1200" dirty="0" err="1"/>
              <a:t>TensorBoard</a:t>
            </a:r>
            <a:r>
              <a:rPr lang="fr-FR" sz="1200" dirty="0"/>
              <a:t> managé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Déployer le meilleur modèle derrière un </a:t>
            </a:r>
            <a:r>
              <a:rPr lang="fr-FR" sz="1200" dirty="0" err="1"/>
              <a:t>endpoint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45510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— Notebooks de la séance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13</a:t>
            </a:fld>
            <a:endParaRPr lang="fr-FR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84CE7AE-AFA1-CBB6-AB21-37A3D79C93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2926" y="1013053"/>
            <a:ext cx="8352928" cy="3642767"/>
          </a:xfrm>
        </p:spPr>
        <p:txBody>
          <a:bodyPr/>
          <a:lstStyle/>
          <a:p>
            <a:pPr marL="0" indent="0">
              <a:buNone/>
            </a:pPr>
            <a:endParaRPr lang="fr-FR" dirty="0">
              <a:latin typeface="+mn-lt"/>
            </a:endParaRPr>
          </a:p>
          <a:p>
            <a:pPr marL="0" indent="0">
              <a:buNone/>
            </a:pPr>
            <a:r>
              <a:rPr lang="fr-FR" dirty="0">
                <a:latin typeface="+mn-lt"/>
              </a:rPr>
              <a:t>Les notebooks seront à envoyer par mail :           </a:t>
            </a:r>
            <a:r>
              <a:rPr lang="fr-FR" dirty="0">
                <a:solidFill>
                  <a:schemeClr val="accent2">
                    <a:lumMod val="75000"/>
                  </a:schemeClr>
                </a:solidFill>
                <a:hlinkClick r:id="rId2"/>
              </a:rPr>
              <a:t>jdiamant280@headmind.com</a:t>
            </a: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fr-FR" sz="1800" b="1" dirty="0">
                <a:latin typeface="+mn-lt"/>
              </a:rPr>
              <a:t>A vous de jouer !</a:t>
            </a:r>
            <a:endParaRPr lang="fr-FR" sz="1800" b="1" dirty="0"/>
          </a:p>
        </p:txBody>
      </p:sp>
    </p:spTree>
    <p:extLst>
      <p:ext uri="{BB962C8B-B14F-4D97-AF65-F5344CB8AC3E}">
        <p14:creationId xmlns:p14="http://schemas.microsoft.com/office/powerpoint/2010/main" val="127326432"/>
      </p:ext>
    </p:extLst>
  </p:cSld>
  <p:clrMapOvr>
    <a:masterClrMapping/>
  </p:clrMapOvr>
</p:sld>
</file>

<file path=ppt/theme/theme1.xml><?xml version="1.0" encoding="utf-8"?>
<a:theme xmlns:a="http://schemas.openxmlformats.org/drawingml/2006/main" name="2018_Beijaflore_Modèles Slides format 4 tiers">
  <a:themeElements>
    <a:clrScheme name="HeadMind">
      <a:dk1>
        <a:srgbClr val="00263A"/>
      </a:dk1>
      <a:lt1>
        <a:srgbClr val="FFFFFF"/>
      </a:lt1>
      <a:dk2>
        <a:srgbClr val="003057"/>
      </a:dk2>
      <a:lt2>
        <a:srgbClr val="5BC2E7"/>
      </a:lt2>
      <a:accent1>
        <a:srgbClr val="0F4379"/>
      </a:accent1>
      <a:accent2>
        <a:srgbClr val="007DBA"/>
      </a:accent2>
      <a:accent3>
        <a:srgbClr val="008C32"/>
      </a:accent3>
      <a:accent4>
        <a:srgbClr val="960000"/>
      </a:accent4>
      <a:accent5>
        <a:srgbClr val="FA6432"/>
      </a:accent5>
      <a:accent6>
        <a:srgbClr val="FAC000"/>
      </a:accent6>
      <a:hlink>
        <a:srgbClr val="007DBA"/>
      </a:hlink>
      <a:folHlink>
        <a:srgbClr val="003057"/>
      </a:folHlink>
    </a:clrScheme>
    <a:fontScheme name="Charte Beijaflore">
      <a:majorFont>
        <a:latin typeface="Franklin Gothic Boo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arte_16-9_AI_&amp;_Blockchain (1)" id="{3DAC7C4F-0197-478A-922E-D68F887464CB}" vid="{219221C9-2605-41E0-A42C-D164CEB96D6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1709754A40D34DBA1703E9DDDF438F" ma:contentTypeVersion="13" ma:contentTypeDescription="Crée un document." ma:contentTypeScope="" ma:versionID="9a8e9a940b2d44290d8f0e3897e27c2f">
  <xsd:schema xmlns:xsd="http://www.w3.org/2001/XMLSchema" xmlns:xs="http://www.w3.org/2001/XMLSchema" xmlns:p="http://schemas.microsoft.com/office/2006/metadata/properties" xmlns:ns2="e2f9eb68-5d77-4602-9d99-0eaaa8925c8e" xmlns:ns3="93ab2efc-1084-4875-9b06-0073a3e57f15" targetNamespace="http://schemas.microsoft.com/office/2006/metadata/properties" ma:root="true" ma:fieldsID="8c4c8fb2e7a7c298573adc71028af4c1" ns2:_="" ns3:_="">
    <xsd:import namespace="e2f9eb68-5d77-4602-9d99-0eaaa8925c8e"/>
    <xsd:import namespace="93ab2efc-1084-4875-9b06-0073a3e57f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personne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f9eb68-5d77-4602-9d99-0eaaa8925c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personne" ma:index="12" nillable="true" ma:displayName="personne" ma:format="Dropdown" ma:list="UserInfo" ma:SharePointGroup="0" ma:internalName="personn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lcf76f155ced4ddcb4097134ff3c332f" ma:index="14" nillable="true" ma:taxonomy="true" ma:internalName="lcf76f155ced4ddcb4097134ff3c332f" ma:taxonomyFieldName="MediaServiceImageTags" ma:displayName="Balises d’images" ma:readOnly="false" ma:fieldId="{5cf76f15-5ced-4ddc-b409-7134ff3c332f}" ma:taxonomyMulti="true" ma:sspId="847d4884-bd92-40df-a728-716cea7b44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ab2efc-1084-4875-9b06-0073a3e57f15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e80f95b5-1844-43ec-a5ce-d83caabff672}" ma:internalName="TaxCatchAll" ma:showField="CatchAllData" ma:web="93ab2efc-1084-4875-9b06-0073a3e57f1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f9eb68-5d77-4602-9d99-0eaaa8925c8e">
      <Terms xmlns="http://schemas.microsoft.com/office/infopath/2007/PartnerControls"/>
    </lcf76f155ced4ddcb4097134ff3c332f>
    <personne xmlns="e2f9eb68-5d77-4602-9d99-0eaaa8925c8e">
      <UserInfo>
        <DisplayName/>
        <AccountId xsi:nil="true"/>
        <AccountType/>
      </UserInfo>
    </personne>
    <TaxCatchAll xmlns="93ab2efc-1084-4875-9b06-0073a3e57f15" xsi:nil="true"/>
  </documentManagement>
</p:properties>
</file>

<file path=customXml/itemProps1.xml><?xml version="1.0" encoding="utf-8"?>
<ds:datastoreItem xmlns:ds="http://schemas.openxmlformats.org/officeDocument/2006/customXml" ds:itemID="{AF3819AB-55B8-4180-87C1-2B982EA0DA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f9eb68-5d77-4602-9d99-0eaaa8925c8e"/>
    <ds:schemaRef ds:uri="93ab2efc-1084-4875-9b06-0073a3e57f1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4B94D7-ED94-4192-97DD-11B73E3584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215448F-9EF6-4099-BCA6-FB343ED9492B}">
  <ds:schemaRefs>
    <ds:schemaRef ds:uri="http://schemas.microsoft.com/office/2006/metadata/properties"/>
    <ds:schemaRef ds:uri="http://schemas.microsoft.com/office/infopath/2007/PartnerControls"/>
    <ds:schemaRef ds:uri="e2f9eb68-5d77-4602-9d99-0eaaa8925c8e"/>
    <ds:schemaRef ds:uri="93ab2efc-1084-4875-9b06-0073a3e57f1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Charte_16-9_AI_&amp;_Blockchain</Template>
  <TotalTime>10808</TotalTime>
  <Words>796</Words>
  <Application>Microsoft Office PowerPoint</Application>
  <PresentationFormat>Affichage à l'écran (16:9)</PresentationFormat>
  <Paragraphs>116</Paragraphs>
  <Slides>13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3" baseType="lpstr">
      <vt:lpstr>Arial</vt:lpstr>
      <vt:lpstr>Bodoni 72 Bold</vt:lpstr>
      <vt:lpstr>Browallia New</vt:lpstr>
      <vt:lpstr>Calibri</vt:lpstr>
      <vt:lpstr>Franklin Gothic Book</vt:lpstr>
      <vt:lpstr>Segoe UI</vt:lpstr>
      <vt:lpstr>Segoe UI Semibold</vt:lpstr>
      <vt:lpstr>Trebuchet MS</vt:lpstr>
      <vt:lpstr>Wingdings</vt:lpstr>
      <vt:lpstr>2018_Beijaflore_Modèles Slides format 4 tiers</vt:lpstr>
      <vt:lpstr>Présentation PowerPoint</vt:lpstr>
      <vt:lpstr>Sommaire</vt:lpstr>
      <vt:lpstr>01 Introduction de GCP</vt:lpstr>
      <vt:lpstr>01 Introduction de GCP</vt:lpstr>
      <vt:lpstr>01 Introduction de GCP</vt:lpstr>
      <vt:lpstr>MLOps avec Vertex AI</vt:lpstr>
      <vt:lpstr>Vertex AI</vt:lpstr>
      <vt:lpstr>Vertex AI – Feature Store</vt:lpstr>
      <vt:lpstr>Vertex AI – Model Registry</vt:lpstr>
      <vt:lpstr>Vertex AI – Model Evaluation</vt:lpstr>
      <vt:lpstr>Vertex AI – Expériences</vt:lpstr>
      <vt:lpstr>TP — Notebooks de la séance</vt:lpstr>
      <vt:lpstr>TP — Notebooks de la séance</vt:lpstr>
    </vt:vector>
  </TitlesOfParts>
  <Company>Beijaflore.com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Verdiere, Jeffrey</dc:creator>
  <cp:lastModifiedBy>Diamant, Jean</cp:lastModifiedBy>
  <cp:revision>258</cp:revision>
  <dcterms:created xsi:type="dcterms:W3CDTF">2022-06-06T17:42:35Z</dcterms:created>
  <dcterms:modified xsi:type="dcterms:W3CDTF">2026-03-08T16:54:12Z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0x010100321709754A40D34DBA1703E9DDDF438F</vt:lpwstr>
  </property>
</Properties>
</file>